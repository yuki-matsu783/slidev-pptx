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  <p:sp>
        <p:nvSpPr>
          <p:cNvPr id="57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  <p:sp>
        <p:nvSpPr>
          <p:cNvPr id="55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2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0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  <p:sp>
        <p:nvSpPr>
          <p:cNvPr id="55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9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/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pPr indent="0" marL="0"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3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  <p:sp>
        <p:nvSpPr>
          <p:cNvPr id="26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3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2026-09-14T05:13:27Z</dcterms:created>
  <dcterms:modified xsi:type="dcterms:W3CDTF">2026-09-14T05:13:27Z</dcterms:modified>
</cp:coreProperties>
</file>