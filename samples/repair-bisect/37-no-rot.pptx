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sp>
        <p:nvSpPr>
          <p:cNvPr id="43" name="bentConnector2"/>
          <p:cNvSpPr/>
          <p:nvPr/>
        </p:nv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sp>
        <p:nvSpPr>
          <p:cNvPr id="45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sp>
        <p:nvSpPr>
          <p:cNvPr id="47" name="bentConnector4"/>
          <p:cNvSpPr/>
          <p:nvPr/>
        </p:nv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sp>
        <p:nvSpPr>
          <p:cNvPr id="49" name="bentConnector5"/>
          <p:cNvSpPr/>
          <p:nvPr/>
        </p:nv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sp>
        <p:nvSpPr>
          <p:cNvPr id="21" name="straightConnector1"/>
          <p:cNvSpPr/>
          <p:nvPr/>
        </p:nv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sp>
        <p:nvSpPr>
          <p:cNvPr id="12" name="conn-bent3"/>
          <p:cNvSpPr/>
          <p:nvPr/>
        </p:nv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sp>
      <p:sp>
        <p:nvSpPr>
          <p:cNvPr id="13" name="conn-curved3"/>
          <p:cNvSpPr/>
          <p:nvPr/>
        </p:nv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sp>
      <p:sp>
        <p:nvSpPr>
          <p:cNvPr id="14" name="conn-straight1"/>
          <p:cNvSpPr/>
          <p:nvPr/>
        </p:nv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sp>
        <p:nvSpPr>
          <p:cNvPr id="12" name="edge-bogus"/>
          <p:cNvSpPr/>
          <p:nvPr/>
        </p:nv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