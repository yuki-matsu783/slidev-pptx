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Inv"/>
          <p:cNvSpPr/>
          <p:nvPr/>
        </p:nvSpPr>
        <p:spPr>
          <a:xfrm>
            <a:off x="10624457" y="2537927"/>
            <a:ext cx="1244082" cy="895739"/>
          </a:xfrm>
          <a:prstGeom prst="lineInv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2026-09-14T05:13:30Z</dcterms:created>
  <dcterms:modified xsi:type="dcterms:W3CDTF">2026-09-14T05:13:30Z</dcterms:modified>
</cp:coreProperties>
</file>