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ntConnector2"/>
          <p:cNvSpPr/>
          <p:nvPr/>
        </p:nvSpPr>
        <p:spPr>
          <a:xfrm>
            <a:off x="472751" y="1244082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bentConnector3"/>
          <p:cNvSpPr/>
          <p:nvPr/>
        </p:nvSpPr>
        <p:spPr>
          <a:xfrm>
            <a:off x="2338873" y="1244082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bentConnector4"/>
          <p:cNvSpPr/>
          <p:nvPr/>
        </p:nvSpPr>
        <p:spPr>
          <a:xfrm>
            <a:off x="4204996" y="1244082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bentConnector5"/>
          <p:cNvSpPr/>
          <p:nvPr/>
        </p:nvSpPr>
        <p:spPr>
          <a:xfrm>
            <a:off x="6071118" y="1244082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curvedConnector2"/>
          <p:cNvSpPr/>
          <p:nvPr/>
        </p:nvSpPr>
        <p:spPr>
          <a:xfrm>
            <a:off x="7937241" y="1244082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curvedConnector3"/>
          <p:cNvSpPr/>
          <p:nvPr/>
        </p:nvSpPr>
        <p:spPr>
          <a:xfrm>
            <a:off x="9803363" y="1244082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curvedConnector4"/>
          <p:cNvSpPr/>
          <p:nvPr/>
        </p:nvSpPr>
        <p:spPr>
          <a:xfrm>
            <a:off x="472751" y="3234612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curvedConnector5"/>
          <p:cNvSpPr/>
          <p:nvPr/>
        </p:nvSpPr>
        <p:spPr>
          <a:xfrm>
            <a:off x="2338873" y="3234612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straightConnector1"/>
          <p:cNvSpPr/>
          <p:nvPr/>
        </p:nvSpPr>
        <p:spPr>
          <a:xfrm>
            <a:off x="4204996" y="3234612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line"/>
          <p:cNvSpPr/>
          <p:nvPr/>
        </p:nvSpPr>
        <p:spPr>
          <a:xfrm>
            <a:off x="6071118" y="3234612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12" name="lineInv"/>
          <p:cNvSpPr/>
          <p:nvPr/>
        </p:nvSpPr>
        <p:spPr>
          <a:xfrm>
            <a:off x="7937241" y="3234612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2026-09-14T05:13:30Z</dcterms:created>
  <dcterms:modified xsi:type="dcterms:W3CDTF">2026-09-14T05:13:30Z</dcterms:modified>
</cp:coreProperties>
</file>