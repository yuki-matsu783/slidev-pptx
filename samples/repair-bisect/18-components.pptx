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PPT 部品</a:t>
            </a:r>
            <a:endParaRPr lang="ja-JP" sz="2940" dirty="0"/>
          </a:p>
        </p:txBody>
      </p:sp>
      <p:sp>
        <p:nvSpPr>
          <p:cNvPr id="3" name="lead"/>
          <p:cNvSpPr txBox="1"/>
          <p:nvPr/>
        </p:nvSpPr>
        <p:spPr>
          <a:xfrm>
            <a:off x="746449" y="1492898"/>
            <a:ext cx="4976327" cy="908180"/>
          </a:xfrm>
          <a:prstGeom prst="roundRect">
            <a:avLst>
              <a:gd name="adj" fmla="val 10959"/>
            </a:avLst>
          </a:prstGeom>
          <a:solidFill>
            <a:srgbClr val="EEEEFF"/>
          </a:solidFill>
          <a:ln/>
        </p:spPr>
        <p:txBody>
          <a:bodyPr wrap="square" lIns="149860" tIns="149860" rIns="149860" bIns="14986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ja-JP" altLang="en-US" sz="172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実測配置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が既定で、</a:t>
            </a: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</a:t>
            </a: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を書けば座標指定になります。</a:t>
            </a:r>
            <a:endParaRPr lang="ja-JP" sz="1720" dirty="0"/>
          </a:p>
        </p:txBody>
      </p:sp>
      <p:sp>
        <p:nvSpPr>
          <p:cNvPr id="4" name="arrow"/>
          <p:cNvSpPr/>
          <p:nvPr/>
        </p:nvSpPr>
        <p:spPr>
          <a:xfrm>
            <a:off x="6220408" y="1492898"/>
            <a:ext cx="1492898" cy="497633"/>
          </a:xfrm>
          <a:prstGeom prst="rightArrow">
            <a:avLst/>
          </a:prstGeom>
          <a:solidFill>
            <a:srgbClr val="3B82F6"/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980"/>
              </a:spcBef>
              <a:spcAft>
                <a:spcPts val="98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720" dirty="0"/>
          </a:p>
        </p:txBody>
      </p:sp>
      <p:sp>
        <p:nvSpPr>
          <p:cNvPr id="5" name="Line 4"/>
          <p:cNvSpPr/>
          <p:nvPr/>
        </p:nvSpPr>
        <p:spPr>
          <a:xfrm>
            <a:off x="746449" y="2488163"/>
            <a:ext cx="4976327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arrow"/>
          </a:ln>
        </p:spPr>
      </p:sp>
      <p:pic>
        <p:nvPicPr>
          <p:cNvPr id="6" name="Image 5" descr="背景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62122" y="1492898"/>
            <a:ext cx="3483429" cy="248816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6449" y="3234612"/>
          <a:ext cx="1534077" cy="1911780"/>
        </p:xfrm>
        <a:graphic>
          <a:graphicData uri="http://schemas.openxmlformats.org/drawingml/2006/table">
            <a:tbl>
              <a:tblPr/>
              <a:tblGrid>
                <a:gridCol w="897107"/>
                <a:gridCol w="636970"/>
              </a:tblGrid>
              <a:tr h="633113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名前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用途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default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通常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cover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表紙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Replaced 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08" y="3234612"/>
            <a:ext cx="3732245" cy="298580"/>
          </a:xfrm>
          <a:prstGeom prst="rect">
            <a:avLst/>
          </a:prstGeom>
        </p:spPr>
      </p:pic>
      <p:sp>
        <p:nvSpPr>
          <p:cNvPr id="9" name="Text 8"/>
          <p:cNvSpPr txBox="1"/>
          <p:nvPr/>
        </p:nvSpPr>
        <p:spPr>
          <a:xfrm>
            <a:off x="6220408" y="4478694"/>
            <a:ext cx="3732245" cy="1975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部品の入れ子（W-NESTED-PPT）</a:t>
            </a:r>
            <a:endParaRPr lang="ja-JP" sz="1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受入テスト用デッキ（PPT 部品）</dc:title>
  <dc:subject>PptxGenJS Presentation</dc:subject>
  <dc:creator>PptxGenJS</dc:creator>
  <cp:lastModifiedBy>PptxGenJS</cp:lastModifiedBy>
  <cp:revision>1</cp:revision>
  <dcterms:created xsi:type="dcterms:W3CDTF">2026-09-14T05:13:29Z</dcterms:created>
  <dcterms:modified xsi:type="dcterms:W3CDTF">2026-09-14T05:13:29Z</dcterms:modified>
</cp:coreProperties>
</file>