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4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5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6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7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8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9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0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1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1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13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14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15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16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17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18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19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20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21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2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23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24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25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26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27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28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29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4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5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6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7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8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9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0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1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1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13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14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15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16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17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18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19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20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21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2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23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24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25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26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27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28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29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4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5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6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8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9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0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1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3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14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15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16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17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1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19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20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21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22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23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24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25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26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27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2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29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30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31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32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4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5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6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7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8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9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0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1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1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13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14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15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16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17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18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19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20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21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2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23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24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25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26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27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28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29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30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6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7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8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9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0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1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2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13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1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15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16" name="line"/>
          <p:cNvSpPr/>
          <p:nvPr/>
        </p:nv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18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19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20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21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22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23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24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25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2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27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28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29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30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31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4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5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6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7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8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9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0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1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2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13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14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15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1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17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18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19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20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21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22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23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24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25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26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27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2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29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30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31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4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5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6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7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8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9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0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1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1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13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14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15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16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17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18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19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20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22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23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24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25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2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27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28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29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30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6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7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8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9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0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1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1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13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5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6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sp>
        <p:nvSpPr>
          <p:cNvPr id="7" name="edge-line-bogus"/>
          <p:cNvSpPr/>
          <p:nvPr/>
        </p:nv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sp>
      <p:sp>
        <p:nvSpPr>
          <p:cNvPr id="8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2026-09-14T05:13:29Z</dcterms:created>
  <dcterms:modified xsi:type="dcterms:W3CDTF">2026-09-14T05:13:29Z</dcterms:modified>
</cp:coreProperties>
</file>