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1/7（accentBorderCallout1 〜 blockArc）</a:t>
            </a:r>
            <a:endParaRPr lang="ja-JP" sz="2940" dirty="0"/>
          </a:p>
        </p:txBody>
      </p:sp>
      <p:sp>
        <p:nvSpPr>
          <p:cNvPr id="3" name="accentBorderCallout1"/>
          <p:cNvSpPr/>
          <p:nvPr/>
        </p:nvSpPr>
        <p:spPr>
          <a:xfrm>
            <a:off x="472751" y="1094792"/>
            <a:ext cx="1244082" cy="895739"/>
          </a:xfrm>
          <a:prstGeom prst="accent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accentBorderCallout1</a:t>
            </a:r>
            <a:endParaRPr lang="ja-JP" sz="880" dirty="0"/>
          </a:p>
        </p:txBody>
      </p:sp>
      <p:sp>
        <p:nvSpPr>
          <p:cNvPr id="5" name="accentBorderCallout2"/>
          <p:cNvSpPr/>
          <p:nvPr/>
        </p:nvSpPr>
        <p:spPr>
          <a:xfrm>
            <a:off x="2164702" y="1094792"/>
            <a:ext cx="1244082" cy="895739"/>
          </a:xfrm>
          <a:prstGeom prst="accent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accentBorderCallout2</a:t>
            </a:r>
            <a:endParaRPr lang="ja-JP" sz="880" dirty="0"/>
          </a:p>
        </p:txBody>
      </p:sp>
      <p:sp>
        <p:nvSpPr>
          <p:cNvPr id="7" name="accentBorderCallout3"/>
          <p:cNvSpPr/>
          <p:nvPr/>
        </p:nvSpPr>
        <p:spPr>
          <a:xfrm>
            <a:off x="3856653" y="1094792"/>
            <a:ext cx="1244082" cy="895739"/>
          </a:xfrm>
          <a:prstGeom prst="accent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accentBorderCallout3</a:t>
            </a:r>
            <a:endParaRPr lang="ja-JP" sz="880" dirty="0"/>
          </a:p>
        </p:txBody>
      </p:sp>
      <p:sp>
        <p:nvSpPr>
          <p:cNvPr id="9" name="accentCallout1"/>
          <p:cNvSpPr/>
          <p:nvPr/>
        </p:nvSpPr>
        <p:spPr>
          <a:xfrm>
            <a:off x="5548604" y="1094792"/>
            <a:ext cx="1244082" cy="895739"/>
          </a:xfrm>
          <a:prstGeom prst="accent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accentCallout1</a:t>
            </a:r>
            <a:endParaRPr lang="ja-JP" sz="880" dirty="0"/>
          </a:p>
        </p:txBody>
      </p:sp>
      <p:sp>
        <p:nvSpPr>
          <p:cNvPr id="11" name="accentCallout2"/>
          <p:cNvSpPr/>
          <p:nvPr/>
        </p:nvSpPr>
        <p:spPr>
          <a:xfrm>
            <a:off x="7240555" y="1094792"/>
            <a:ext cx="1244082" cy="895739"/>
          </a:xfrm>
          <a:prstGeom prst="accent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accentCallout2</a:t>
            </a:r>
            <a:endParaRPr lang="ja-JP" sz="880" dirty="0"/>
          </a:p>
        </p:txBody>
      </p:sp>
      <p:sp>
        <p:nvSpPr>
          <p:cNvPr id="13" name="accentCallout3"/>
          <p:cNvSpPr/>
          <p:nvPr/>
        </p:nvSpPr>
        <p:spPr>
          <a:xfrm>
            <a:off x="8932506" y="1094792"/>
            <a:ext cx="1244082" cy="895739"/>
          </a:xfrm>
          <a:prstGeom prst="accent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accentCallout3</a:t>
            </a:r>
            <a:endParaRPr lang="ja-JP" sz="880" dirty="0"/>
          </a:p>
        </p:txBody>
      </p:sp>
      <p:sp>
        <p:nvSpPr>
          <p:cNvPr id="15" name="actionButtonBackPrevious"/>
          <p:cNvSpPr/>
          <p:nvPr/>
        </p:nvSpPr>
        <p:spPr>
          <a:xfrm>
            <a:off x="10624457" y="1094792"/>
            <a:ext cx="1244082" cy="895739"/>
          </a:xfrm>
          <a:prstGeom prst="actionButtonBackPrevio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actionButtonBackPrevious</a:t>
            </a:r>
            <a:endParaRPr lang="ja-JP" sz="880" dirty="0"/>
          </a:p>
        </p:txBody>
      </p:sp>
      <p:sp>
        <p:nvSpPr>
          <p:cNvPr id="17" name="actionButtonBeginning"/>
          <p:cNvSpPr/>
          <p:nvPr/>
        </p:nvSpPr>
        <p:spPr>
          <a:xfrm>
            <a:off x="472751" y="2537927"/>
            <a:ext cx="1244082" cy="895739"/>
          </a:xfrm>
          <a:prstGeom prst="actionButtonBeginn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actionButtonBeginning</a:t>
            </a:r>
            <a:endParaRPr lang="ja-JP" sz="880" dirty="0"/>
          </a:p>
        </p:txBody>
      </p:sp>
      <p:sp>
        <p:nvSpPr>
          <p:cNvPr id="19" name="actionButtonBlank"/>
          <p:cNvSpPr/>
          <p:nvPr/>
        </p:nvSpPr>
        <p:spPr>
          <a:xfrm>
            <a:off x="2164702" y="2537927"/>
            <a:ext cx="1244082" cy="895739"/>
          </a:xfrm>
          <a:prstGeom prst="actionButtonBlan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actionButtonBlank</a:t>
            </a:r>
            <a:endParaRPr lang="ja-JP" sz="880" dirty="0"/>
          </a:p>
        </p:txBody>
      </p:sp>
      <p:sp>
        <p:nvSpPr>
          <p:cNvPr id="21" name="actionButtonDocument"/>
          <p:cNvSpPr/>
          <p:nvPr/>
        </p:nvSpPr>
        <p:spPr>
          <a:xfrm>
            <a:off x="3856653" y="2537927"/>
            <a:ext cx="1244082" cy="895739"/>
          </a:xfrm>
          <a:prstGeom prst="actionButton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actionButtonDocument</a:t>
            </a:r>
            <a:endParaRPr lang="ja-JP" sz="880" dirty="0"/>
          </a:p>
        </p:txBody>
      </p:sp>
      <p:sp>
        <p:nvSpPr>
          <p:cNvPr id="23" name="actionButtonEnd"/>
          <p:cNvSpPr/>
          <p:nvPr/>
        </p:nvSpPr>
        <p:spPr>
          <a:xfrm>
            <a:off x="5548604" y="2537927"/>
            <a:ext cx="1244082" cy="895739"/>
          </a:xfrm>
          <a:prstGeom prst="actionButtonE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actionButtonEnd</a:t>
            </a:r>
            <a:endParaRPr lang="ja-JP" sz="880" dirty="0"/>
          </a:p>
        </p:txBody>
      </p:sp>
      <p:sp>
        <p:nvSpPr>
          <p:cNvPr id="25" name="actionButtonForwardNext"/>
          <p:cNvSpPr/>
          <p:nvPr/>
        </p:nvSpPr>
        <p:spPr>
          <a:xfrm>
            <a:off x="7240555" y="2537927"/>
            <a:ext cx="1244082" cy="895739"/>
          </a:xfrm>
          <a:prstGeom prst="actionButtonForwardNex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actionButtonForwardNext</a:t>
            </a:r>
            <a:endParaRPr lang="ja-JP" sz="880" dirty="0"/>
          </a:p>
        </p:txBody>
      </p:sp>
      <p:sp>
        <p:nvSpPr>
          <p:cNvPr id="27" name="actionButtonHelp"/>
          <p:cNvSpPr/>
          <p:nvPr/>
        </p:nvSpPr>
        <p:spPr>
          <a:xfrm>
            <a:off x="8932506" y="2537927"/>
            <a:ext cx="1244082" cy="895739"/>
          </a:xfrm>
          <a:prstGeom prst="actionButtonHel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actionButtonHelp</a:t>
            </a:r>
            <a:endParaRPr lang="ja-JP" sz="880" dirty="0"/>
          </a:p>
        </p:txBody>
      </p:sp>
      <p:sp>
        <p:nvSpPr>
          <p:cNvPr id="29" name="actionButtonHome"/>
          <p:cNvSpPr/>
          <p:nvPr/>
        </p:nvSpPr>
        <p:spPr>
          <a:xfrm>
            <a:off x="10624457" y="2537927"/>
            <a:ext cx="1244082" cy="895739"/>
          </a:xfrm>
          <a:prstGeom prst="actionButtonHo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actionButtonHome</a:t>
            </a:r>
            <a:endParaRPr lang="ja-JP" sz="880" dirty="0"/>
          </a:p>
        </p:txBody>
      </p:sp>
      <p:sp>
        <p:nvSpPr>
          <p:cNvPr id="31" name="actionButtonInformation"/>
          <p:cNvSpPr/>
          <p:nvPr/>
        </p:nvSpPr>
        <p:spPr>
          <a:xfrm>
            <a:off x="472751" y="3981061"/>
            <a:ext cx="1244082" cy="895739"/>
          </a:xfrm>
          <a:prstGeom prst="actionButtonInform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actionButtonInformation</a:t>
            </a:r>
            <a:endParaRPr lang="ja-JP" sz="880" dirty="0"/>
          </a:p>
        </p:txBody>
      </p:sp>
      <p:sp>
        <p:nvSpPr>
          <p:cNvPr id="33" name="actionButtonMovie"/>
          <p:cNvSpPr/>
          <p:nvPr/>
        </p:nvSpPr>
        <p:spPr>
          <a:xfrm>
            <a:off x="2164702" y="3981061"/>
            <a:ext cx="1244082" cy="895739"/>
          </a:xfrm>
          <a:prstGeom prst="actionButtonMov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actionButtonMovie</a:t>
            </a:r>
            <a:endParaRPr lang="ja-JP" sz="880" dirty="0"/>
          </a:p>
        </p:txBody>
      </p:sp>
      <p:sp>
        <p:nvSpPr>
          <p:cNvPr id="35" name="actionButtonReturn"/>
          <p:cNvSpPr/>
          <p:nvPr/>
        </p:nvSpPr>
        <p:spPr>
          <a:xfrm>
            <a:off x="3856653" y="3981061"/>
            <a:ext cx="1244082" cy="895739"/>
          </a:xfrm>
          <a:prstGeom prst="actionButtonRetur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actionButtonReturn</a:t>
            </a:r>
            <a:endParaRPr lang="ja-JP" sz="880" dirty="0"/>
          </a:p>
        </p:txBody>
      </p:sp>
      <p:sp>
        <p:nvSpPr>
          <p:cNvPr id="37" name="actionButtonSound"/>
          <p:cNvSpPr/>
          <p:nvPr/>
        </p:nvSpPr>
        <p:spPr>
          <a:xfrm>
            <a:off x="5548604" y="3981061"/>
            <a:ext cx="1244082" cy="895739"/>
          </a:xfrm>
          <a:prstGeom prst="actionButtonSou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actionButtonSound</a:t>
            </a:r>
            <a:endParaRPr lang="ja-JP" sz="880" dirty="0"/>
          </a:p>
        </p:txBody>
      </p:sp>
      <p:sp>
        <p:nvSpPr>
          <p:cNvPr id="39" name="arc"/>
          <p:cNvSpPr/>
          <p:nvPr/>
        </p:nvSpPr>
        <p:spPr>
          <a:xfrm>
            <a:off x="7240555" y="3981061"/>
            <a:ext cx="1244082" cy="895739"/>
          </a:xfrm>
          <a:prstGeom prst="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arc</a:t>
            </a:r>
            <a:endParaRPr lang="ja-JP" sz="880" dirty="0"/>
          </a:p>
        </p:txBody>
      </p:sp>
      <p:sp>
        <p:nvSpPr>
          <p:cNvPr id="41" name="bentArrow"/>
          <p:cNvSpPr/>
          <p:nvPr/>
        </p:nvSpPr>
        <p:spPr>
          <a:xfrm>
            <a:off x="8932506" y="3981061"/>
            <a:ext cx="1244082" cy="895739"/>
          </a:xfrm>
          <a:prstGeom prst="ben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bentArrow</a:t>
            </a:r>
            <a:endParaRPr lang="ja-JP" sz="880" dirty="0"/>
          </a:p>
        </p:txBody>
      </p:sp>
      <p:sp>
        <p:nvSpPr>
          <p:cNvPr id="43" name="bentConnector2"/>
          <p:cNvSpPr/>
          <p:nvPr/>
        </p:nvSpPr>
        <p:spPr>
          <a:xfrm>
            <a:off x="10624457" y="3981061"/>
            <a:ext cx="1244082" cy="895739"/>
          </a:xfrm>
          <a:prstGeom prst="bent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bentConnector2</a:t>
            </a:r>
            <a:endParaRPr lang="ja-JP" sz="880" dirty="0"/>
          </a:p>
        </p:txBody>
      </p:sp>
      <p:sp>
        <p:nvSpPr>
          <p:cNvPr id="45" name="bentConnector3"/>
          <p:cNvSpPr/>
          <p:nvPr/>
        </p:nvSpPr>
        <p:spPr>
          <a:xfrm>
            <a:off x="472751" y="5424196"/>
            <a:ext cx="1244082" cy="895739"/>
          </a:xfrm>
          <a:prstGeom prst="bent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bentConnector3</a:t>
            </a:r>
            <a:endParaRPr lang="ja-JP" sz="880" dirty="0"/>
          </a:p>
        </p:txBody>
      </p:sp>
      <p:sp>
        <p:nvSpPr>
          <p:cNvPr id="47" name="bentConnector4"/>
          <p:cNvSpPr/>
          <p:nvPr/>
        </p:nvSpPr>
        <p:spPr>
          <a:xfrm>
            <a:off x="2164702" y="5424196"/>
            <a:ext cx="1244082" cy="895739"/>
          </a:xfrm>
          <a:prstGeom prst="bent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bentConnector4</a:t>
            </a:r>
            <a:endParaRPr lang="ja-JP" sz="880" dirty="0"/>
          </a:p>
        </p:txBody>
      </p:sp>
      <p:sp>
        <p:nvSpPr>
          <p:cNvPr id="49" name="bentConnector5"/>
          <p:cNvSpPr/>
          <p:nvPr/>
        </p:nvSpPr>
        <p:spPr>
          <a:xfrm>
            <a:off x="3856653" y="5424196"/>
            <a:ext cx="1244082" cy="895739"/>
          </a:xfrm>
          <a:prstGeom prst="bent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bentConnector5</a:t>
            </a:r>
            <a:endParaRPr lang="ja-JP" sz="880" dirty="0"/>
          </a:p>
        </p:txBody>
      </p:sp>
      <p:sp>
        <p:nvSpPr>
          <p:cNvPr id="51" name="bentUpArrow"/>
          <p:cNvSpPr/>
          <p:nvPr/>
        </p:nvSpPr>
        <p:spPr>
          <a:xfrm>
            <a:off x="5548604" y="5424196"/>
            <a:ext cx="1244082" cy="895739"/>
          </a:xfrm>
          <a:prstGeom prst="ben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bentUpArrow</a:t>
            </a:r>
            <a:endParaRPr lang="ja-JP" sz="880" dirty="0"/>
          </a:p>
        </p:txBody>
      </p:sp>
      <p:sp>
        <p:nvSpPr>
          <p:cNvPr id="53" name="bevel"/>
          <p:cNvSpPr/>
          <p:nvPr/>
        </p:nvSpPr>
        <p:spPr>
          <a:xfrm>
            <a:off x="7240555" y="5424196"/>
            <a:ext cx="1244082" cy="895739"/>
          </a:xfrm>
          <a:prstGeom prst="bev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bevel</a:t>
            </a:r>
            <a:endParaRPr lang="ja-JP" sz="880" dirty="0"/>
          </a:p>
        </p:txBody>
      </p:sp>
      <p:sp>
        <p:nvSpPr>
          <p:cNvPr id="55" name="blockArc"/>
          <p:cNvSpPr/>
          <p:nvPr/>
        </p:nvSpPr>
        <p:spPr>
          <a:xfrm>
            <a:off x="8932506" y="5424196"/>
            <a:ext cx="1244082" cy="895739"/>
          </a:xfrm>
          <a:prstGeom prst="block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blockArc</a:t>
            </a:r>
            <a:endParaRPr lang="ja-JP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2/7（borderCallout1 〜 curvedRightArrow）</a:t>
            </a:r>
            <a:endParaRPr lang="ja-JP" sz="2940" dirty="0"/>
          </a:p>
        </p:txBody>
      </p:sp>
      <p:sp>
        <p:nvSpPr>
          <p:cNvPr id="3" name="borderCallout1"/>
          <p:cNvSpPr/>
          <p:nvPr/>
        </p:nvSpPr>
        <p:spPr>
          <a:xfrm>
            <a:off x="472751" y="1094792"/>
            <a:ext cx="1244082" cy="895739"/>
          </a:xfrm>
          <a:prstGeom prst="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borderCallout1</a:t>
            </a:r>
            <a:endParaRPr lang="ja-JP" sz="880" dirty="0"/>
          </a:p>
        </p:txBody>
      </p:sp>
      <p:sp>
        <p:nvSpPr>
          <p:cNvPr id="5" name="borderCallout2"/>
          <p:cNvSpPr/>
          <p:nvPr/>
        </p:nvSpPr>
        <p:spPr>
          <a:xfrm>
            <a:off x="2164702" y="1094792"/>
            <a:ext cx="1244082" cy="895739"/>
          </a:xfrm>
          <a:prstGeom prst="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borderCallout2</a:t>
            </a:r>
            <a:endParaRPr lang="ja-JP" sz="880" dirty="0"/>
          </a:p>
        </p:txBody>
      </p:sp>
      <p:sp>
        <p:nvSpPr>
          <p:cNvPr id="7" name="borderCallout3"/>
          <p:cNvSpPr/>
          <p:nvPr/>
        </p:nvSpPr>
        <p:spPr>
          <a:xfrm>
            <a:off x="3856653" y="1094792"/>
            <a:ext cx="1244082" cy="895739"/>
          </a:xfrm>
          <a:prstGeom prst="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borderCallout3</a:t>
            </a:r>
            <a:endParaRPr lang="ja-JP" sz="880" dirty="0"/>
          </a:p>
        </p:txBody>
      </p:sp>
      <p:sp>
        <p:nvSpPr>
          <p:cNvPr id="9" name="bracePair"/>
          <p:cNvSpPr/>
          <p:nvPr/>
        </p:nvSpPr>
        <p:spPr>
          <a:xfrm>
            <a:off x="5548604" y="1094792"/>
            <a:ext cx="1244082" cy="895739"/>
          </a:xfrm>
          <a:prstGeom prst="brace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bracePair</a:t>
            </a:r>
            <a:endParaRPr lang="ja-JP" sz="880" dirty="0"/>
          </a:p>
        </p:txBody>
      </p:sp>
      <p:sp>
        <p:nvSpPr>
          <p:cNvPr id="11" name="bracketPair"/>
          <p:cNvSpPr/>
          <p:nvPr/>
        </p:nvSpPr>
        <p:spPr>
          <a:xfrm>
            <a:off x="7240555" y="1094792"/>
            <a:ext cx="1244082" cy="895739"/>
          </a:xfrm>
          <a:prstGeom prst="bracket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bracketPair</a:t>
            </a:r>
            <a:endParaRPr lang="ja-JP" sz="880" dirty="0"/>
          </a:p>
        </p:txBody>
      </p:sp>
      <p:sp>
        <p:nvSpPr>
          <p:cNvPr id="13" name="callout1"/>
          <p:cNvSpPr/>
          <p:nvPr/>
        </p:nvSpPr>
        <p:spPr>
          <a:xfrm>
            <a:off x="8932506" y="1094792"/>
            <a:ext cx="1244082" cy="895739"/>
          </a:xfrm>
          <a:prstGeom prst="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callout1</a:t>
            </a:r>
            <a:endParaRPr lang="ja-JP" sz="880" dirty="0"/>
          </a:p>
        </p:txBody>
      </p:sp>
      <p:sp>
        <p:nvSpPr>
          <p:cNvPr id="15" name="callout2"/>
          <p:cNvSpPr/>
          <p:nvPr/>
        </p:nvSpPr>
        <p:spPr>
          <a:xfrm>
            <a:off x="10624457" y="1094792"/>
            <a:ext cx="1244082" cy="895739"/>
          </a:xfrm>
          <a:prstGeom prst="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callout2</a:t>
            </a:r>
            <a:endParaRPr lang="ja-JP" sz="880" dirty="0"/>
          </a:p>
        </p:txBody>
      </p:sp>
      <p:sp>
        <p:nvSpPr>
          <p:cNvPr id="17" name="callout3"/>
          <p:cNvSpPr/>
          <p:nvPr/>
        </p:nvSpPr>
        <p:spPr>
          <a:xfrm>
            <a:off x="472751" y="2537927"/>
            <a:ext cx="1244082" cy="895739"/>
          </a:xfrm>
          <a:prstGeom prst="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callout3</a:t>
            </a:r>
            <a:endParaRPr lang="ja-JP" sz="880" dirty="0"/>
          </a:p>
        </p:txBody>
      </p:sp>
      <p:sp>
        <p:nvSpPr>
          <p:cNvPr id="19" name="can"/>
          <p:cNvSpPr/>
          <p:nvPr/>
        </p:nvSpPr>
        <p:spPr>
          <a:xfrm>
            <a:off x="2164702" y="2537927"/>
            <a:ext cx="1244082" cy="895739"/>
          </a:xfrm>
          <a:prstGeom prst="ca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88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円柱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</a:t>
            </a:r>
            <a:endParaRPr lang="ja-JP" sz="880" dirty="0"/>
          </a:p>
        </p:txBody>
      </p:sp>
      <p:sp>
        <p:nvSpPr>
          <p:cNvPr id="21" name="chartPlus"/>
          <p:cNvSpPr/>
          <p:nvPr/>
        </p:nvSpPr>
        <p:spPr>
          <a:xfrm>
            <a:off x="3856653" y="2537927"/>
            <a:ext cx="1244082" cy="895739"/>
          </a:xfrm>
          <a:prstGeom prst="chart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chartPlus</a:t>
            </a:r>
            <a:endParaRPr lang="ja-JP" sz="880" dirty="0"/>
          </a:p>
        </p:txBody>
      </p:sp>
      <p:sp>
        <p:nvSpPr>
          <p:cNvPr id="23" name="chartStar"/>
          <p:cNvSpPr/>
          <p:nvPr/>
        </p:nvSpPr>
        <p:spPr>
          <a:xfrm>
            <a:off x="5548604" y="2537927"/>
            <a:ext cx="1244082" cy="895739"/>
          </a:xfrm>
          <a:prstGeom prst="chartSta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chartStar</a:t>
            </a:r>
            <a:endParaRPr lang="ja-JP" sz="880" dirty="0"/>
          </a:p>
        </p:txBody>
      </p:sp>
      <p:sp>
        <p:nvSpPr>
          <p:cNvPr id="25" name="chartX"/>
          <p:cNvSpPr/>
          <p:nvPr/>
        </p:nvSpPr>
        <p:spPr>
          <a:xfrm>
            <a:off x="7240555" y="2537927"/>
            <a:ext cx="1244082" cy="895739"/>
          </a:xfrm>
          <a:prstGeom prst="chartX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chartX</a:t>
            </a:r>
            <a:endParaRPr lang="ja-JP" sz="880" dirty="0"/>
          </a:p>
        </p:txBody>
      </p:sp>
      <p:sp>
        <p:nvSpPr>
          <p:cNvPr id="27" name="chevron"/>
          <p:cNvSpPr/>
          <p:nvPr/>
        </p:nvSpPr>
        <p:spPr>
          <a:xfrm>
            <a:off x="8932506" y="2537927"/>
            <a:ext cx="1244082" cy="895739"/>
          </a:xfrm>
          <a:prstGeom prst="chevr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chevron</a:t>
            </a:r>
            <a:endParaRPr lang="ja-JP" sz="880" dirty="0"/>
          </a:p>
        </p:txBody>
      </p:sp>
      <p:sp>
        <p:nvSpPr>
          <p:cNvPr id="29" name="chord"/>
          <p:cNvSpPr/>
          <p:nvPr/>
        </p:nvSpPr>
        <p:spPr>
          <a:xfrm>
            <a:off x="10624457" y="2537927"/>
            <a:ext cx="1244082" cy="895739"/>
          </a:xfrm>
          <a:prstGeom prst="cho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chord</a:t>
            </a:r>
            <a:endParaRPr lang="ja-JP" sz="880" dirty="0"/>
          </a:p>
        </p:txBody>
      </p:sp>
      <p:sp>
        <p:nvSpPr>
          <p:cNvPr id="31" name="circularArrow"/>
          <p:cNvSpPr/>
          <p:nvPr/>
        </p:nvSpPr>
        <p:spPr>
          <a:xfrm>
            <a:off x="472751" y="3981061"/>
            <a:ext cx="1244082" cy="895739"/>
          </a:xfrm>
          <a:prstGeom prst="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circularArrow</a:t>
            </a:r>
            <a:endParaRPr lang="ja-JP" sz="880" dirty="0"/>
          </a:p>
        </p:txBody>
      </p:sp>
      <p:sp>
        <p:nvSpPr>
          <p:cNvPr id="33" name="cloud"/>
          <p:cNvSpPr/>
          <p:nvPr/>
        </p:nvSpPr>
        <p:spPr>
          <a:xfrm>
            <a:off x="2164702" y="3981061"/>
            <a:ext cx="1244082" cy="895739"/>
          </a:xfrm>
          <a:prstGeom prst="clou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60"/>
              </a:spcBef>
              <a:spcAft>
                <a:spcPts val="13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雲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</a:t>
            </a:r>
            <a:endParaRPr lang="ja-JP" sz="880" dirty="0"/>
          </a:p>
        </p:txBody>
      </p:sp>
      <p:sp>
        <p:nvSpPr>
          <p:cNvPr id="35" name="cloudCallout"/>
          <p:cNvSpPr/>
          <p:nvPr/>
        </p:nvSpPr>
        <p:spPr>
          <a:xfrm>
            <a:off x="3856653" y="3981061"/>
            <a:ext cx="1244082" cy="895739"/>
          </a:xfrm>
          <a:prstGeom prst="cloud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cloudCallout</a:t>
            </a:r>
            <a:endParaRPr lang="ja-JP" sz="880" dirty="0"/>
          </a:p>
        </p:txBody>
      </p:sp>
      <p:sp>
        <p:nvSpPr>
          <p:cNvPr id="37" name="corner"/>
          <p:cNvSpPr/>
          <p:nvPr/>
        </p:nvSpPr>
        <p:spPr>
          <a:xfrm>
            <a:off x="5548604" y="3981061"/>
            <a:ext cx="1244082" cy="895739"/>
          </a:xfrm>
          <a:prstGeom prst="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</a:t>
            </a:r>
            <a:endParaRPr lang="ja-JP" sz="880" dirty="0"/>
          </a:p>
        </p:txBody>
      </p:sp>
      <p:sp>
        <p:nvSpPr>
          <p:cNvPr id="39" name="cornerTabs"/>
          <p:cNvSpPr/>
          <p:nvPr/>
        </p:nvSpPr>
        <p:spPr>
          <a:xfrm>
            <a:off x="7240555" y="3981061"/>
            <a:ext cx="1244082" cy="895739"/>
          </a:xfrm>
          <a:prstGeom prst="corner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cornerTabs</a:t>
            </a:r>
            <a:endParaRPr lang="ja-JP" sz="880" dirty="0"/>
          </a:p>
        </p:txBody>
      </p:sp>
      <p:sp>
        <p:nvSpPr>
          <p:cNvPr id="41" name="cube"/>
          <p:cNvSpPr/>
          <p:nvPr/>
        </p:nvSpPr>
        <p:spPr>
          <a:xfrm>
            <a:off x="8932506" y="3981061"/>
            <a:ext cx="1244082" cy="895739"/>
          </a:xfrm>
          <a:prstGeom prst="cub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立方体</a:t>
            </a:r>
            <a:endParaRPr lang="ja-JP" sz="1180" dirty="0"/>
          </a:p>
        </p:txBody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cube</a:t>
            </a:r>
            <a:endParaRPr lang="ja-JP" sz="880" dirty="0"/>
          </a:p>
        </p:txBody>
      </p:sp>
      <p:sp>
        <p:nvSpPr>
          <p:cNvPr id="43" name="curvedConnector2"/>
          <p:cNvSpPr/>
          <p:nvPr/>
        </p:nvSpPr>
        <p:spPr>
          <a:xfrm>
            <a:off x="10624457" y="3981061"/>
            <a:ext cx="1244082" cy="895739"/>
          </a:xfrm>
          <a:prstGeom prst="curved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curvedConnector2</a:t>
            </a:r>
            <a:endParaRPr lang="ja-JP" sz="880" dirty="0"/>
          </a:p>
        </p:txBody>
      </p:sp>
      <p:sp>
        <p:nvSpPr>
          <p:cNvPr id="45" name="curvedConnector3"/>
          <p:cNvSpPr/>
          <p:nvPr/>
        </p:nvSpPr>
        <p:spPr>
          <a:xfrm>
            <a:off x="472751" y="5424196"/>
            <a:ext cx="1244082" cy="895739"/>
          </a:xfrm>
          <a:prstGeom prst="curved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curvedConnector3</a:t>
            </a:r>
            <a:endParaRPr lang="ja-JP" sz="880" dirty="0"/>
          </a:p>
        </p:txBody>
      </p:sp>
      <p:sp>
        <p:nvSpPr>
          <p:cNvPr id="47" name="curvedConnector4"/>
          <p:cNvSpPr/>
          <p:nvPr/>
        </p:nvSpPr>
        <p:spPr>
          <a:xfrm>
            <a:off x="2164702" y="5424196"/>
            <a:ext cx="1244082" cy="895739"/>
          </a:xfrm>
          <a:prstGeom prst="curved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curvedConnector4</a:t>
            </a:r>
            <a:endParaRPr lang="ja-JP" sz="880" dirty="0"/>
          </a:p>
        </p:txBody>
      </p:sp>
      <p:sp>
        <p:nvSpPr>
          <p:cNvPr id="49" name="curvedConnector5"/>
          <p:cNvSpPr/>
          <p:nvPr/>
        </p:nvSpPr>
        <p:spPr>
          <a:xfrm>
            <a:off x="3856653" y="5424196"/>
            <a:ext cx="1244082" cy="895739"/>
          </a:xfrm>
          <a:prstGeom prst="curved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curvedConnector5</a:t>
            </a:r>
            <a:endParaRPr lang="ja-JP" sz="880" dirty="0"/>
          </a:p>
        </p:txBody>
      </p:sp>
      <p:sp>
        <p:nvSpPr>
          <p:cNvPr id="51" name="curvedDownArrow"/>
          <p:cNvSpPr/>
          <p:nvPr/>
        </p:nvSpPr>
        <p:spPr>
          <a:xfrm>
            <a:off x="5548604" y="5424196"/>
            <a:ext cx="1244082" cy="895739"/>
          </a:xfrm>
          <a:prstGeom prst="curved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curvedDownArrow</a:t>
            </a:r>
            <a:endParaRPr lang="ja-JP" sz="880" dirty="0"/>
          </a:p>
        </p:txBody>
      </p:sp>
      <p:sp>
        <p:nvSpPr>
          <p:cNvPr id="53" name="curvedLeftArrow"/>
          <p:cNvSpPr/>
          <p:nvPr/>
        </p:nvSpPr>
        <p:spPr>
          <a:xfrm>
            <a:off x="7240555" y="5424196"/>
            <a:ext cx="1244082" cy="895739"/>
          </a:xfrm>
          <a:prstGeom prst="curved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curvedLeftArrow</a:t>
            </a:r>
            <a:endParaRPr lang="ja-JP" sz="880" dirty="0"/>
          </a:p>
        </p:txBody>
      </p:sp>
      <p:sp>
        <p:nvSpPr>
          <p:cNvPr id="55" name="curvedRightArrow"/>
          <p:cNvSpPr/>
          <p:nvPr/>
        </p:nvSpPr>
        <p:spPr>
          <a:xfrm>
            <a:off x="8932506" y="5424196"/>
            <a:ext cx="1244082" cy="895739"/>
          </a:xfrm>
          <a:prstGeom prst="curv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curvedRightArrow</a:t>
            </a:r>
            <a:endParaRPr lang="ja-JP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3/7（curvedUpArrow 〜 flowChartManualOperation）</a:t>
            </a:r>
            <a:endParaRPr lang="ja-JP" sz="2940" dirty="0"/>
          </a:p>
        </p:txBody>
      </p:sp>
      <p:sp>
        <p:nvSpPr>
          <p:cNvPr id="3" name="curvedUpArrow"/>
          <p:cNvSpPr/>
          <p:nvPr/>
        </p:nvSpPr>
        <p:spPr>
          <a:xfrm>
            <a:off x="472751" y="1094792"/>
            <a:ext cx="1244082" cy="895739"/>
          </a:xfrm>
          <a:prstGeom prst="curved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curvedUpArrow</a:t>
            </a:r>
            <a:endParaRPr lang="ja-JP" sz="880" dirty="0"/>
          </a:p>
        </p:txBody>
      </p:sp>
      <p:sp>
        <p:nvSpPr>
          <p:cNvPr id="5" name="decagon"/>
          <p:cNvSpPr/>
          <p:nvPr/>
        </p:nvSpPr>
        <p:spPr>
          <a:xfrm>
            <a:off x="2164702" y="1094792"/>
            <a:ext cx="1244082" cy="895739"/>
          </a:xfrm>
          <a:prstGeom prst="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decagon</a:t>
            </a:r>
            <a:endParaRPr lang="ja-JP" sz="880" dirty="0"/>
          </a:p>
        </p:txBody>
      </p:sp>
      <p:sp>
        <p:nvSpPr>
          <p:cNvPr id="7" name="diagStripe"/>
          <p:cNvSpPr/>
          <p:nvPr/>
        </p:nvSpPr>
        <p:spPr>
          <a:xfrm>
            <a:off x="3856653" y="1094792"/>
            <a:ext cx="1244082" cy="895739"/>
          </a:xfrm>
          <a:prstGeom prst="diagStri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diagStripe</a:t>
            </a:r>
            <a:endParaRPr lang="ja-JP" sz="880" dirty="0"/>
          </a:p>
        </p:txBody>
      </p:sp>
      <p:sp>
        <p:nvSpPr>
          <p:cNvPr id="9" name="diamond"/>
          <p:cNvSpPr/>
          <p:nvPr/>
        </p:nvSpPr>
        <p:spPr>
          <a:xfrm>
            <a:off x="5548604" y="1094792"/>
            <a:ext cx="1244082" cy="895739"/>
          </a:xfrm>
          <a:prstGeom prst="diamo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diamond</a:t>
            </a:r>
            <a:endParaRPr lang="ja-JP" sz="880" dirty="0"/>
          </a:p>
        </p:txBody>
      </p:sp>
      <p:sp>
        <p:nvSpPr>
          <p:cNvPr id="11" name="dodecagon"/>
          <p:cNvSpPr/>
          <p:nvPr/>
        </p:nvSpPr>
        <p:spPr>
          <a:xfrm>
            <a:off x="7240555" y="1094792"/>
            <a:ext cx="1244082" cy="895739"/>
          </a:xfrm>
          <a:prstGeom prst="do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dodecagon</a:t>
            </a:r>
            <a:endParaRPr lang="ja-JP" sz="880" dirty="0"/>
          </a:p>
        </p:txBody>
      </p:sp>
      <p:sp>
        <p:nvSpPr>
          <p:cNvPr id="13" name="donut"/>
          <p:cNvSpPr/>
          <p:nvPr/>
        </p:nvSpPr>
        <p:spPr>
          <a:xfrm>
            <a:off x="8932506" y="1094792"/>
            <a:ext cx="1244082" cy="895739"/>
          </a:xfrm>
          <a:prstGeom prst="don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donut</a:t>
            </a:r>
            <a:endParaRPr lang="ja-JP" sz="880" dirty="0"/>
          </a:p>
        </p:txBody>
      </p:sp>
      <p:sp>
        <p:nvSpPr>
          <p:cNvPr id="15" name="doubleWave"/>
          <p:cNvSpPr/>
          <p:nvPr/>
        </p:nvSpPr>
        <p:spPr>
          <a:xfrm>
            <a:off x="10624457" y="1094792"/>
            <a:ext cx="1244082" cy="895739"/>
          </a:xfrm>
          <a:prstGeom prst="double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doubleWave</a:t>
            </a:r>
            <a:endParaRPr lang="ja-JP" sz="880" dirty="0"/>
          </a:p>
        </p:txBody>
      </p:sp>
      <p:sp>
        <p:nvSpPr>
          <p:cNvPr id="17" name="downArrow"/>
          <p:cNvSpPr/>
          <p:nvPr/>
        </p:nvSpPr>
        <p:spPr>
          <a:xfrm>
            <a:off x="472751" y="2537927"/>
            <a:ext cx="1244082" cy="895739"/>
          </a:xfrm>
          <a:prstGeom prst="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</a:t>
            </a:r>
            <a:endParaRPr lang="ja-JP" sz="880" dirty="0"/>
          </a:p>
        </p:txBody>
      </p:sp>
      <p:sp>
        <p:nvSpPr>
          <p:cNvPr id="19" name="downArrowCallout"/>
          <p:cNvSpPr/>
          <p:nvPr/>
        </p:nvSpPr>
        <p:spPr>
          <a:xfrm>
            <a:off x="2164702" y="2537927"/>
            <a:ext cx="1244082" cy="895739"/>
          </a:xfrm>
          <a:prstGeom prst="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downArrowCallout</a:t>
            </a:r>
            <a:endParaRPr lang="ja-JP" sz="880" dirty="0"/>
          </a:p>
        </p:txBody>
      </p:sp>
      <p:sp>
        <p:nvSpPr>
          <p:cNvPr id="21" name="ellipse"/>
          <p:cNvSpPr/>
          <p:nvPr/>
        </p:nvSpPr>
        <p:spPr>
          <a:xfrm>
            <a:off x="3856653" y="2537927"/>
            <a:ext cx="1244082" cy="8957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30"/>
              </a:spcBef>
              <a:spcAft>
                <a:spcPts val="10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</a:t>
            </a:r>
            <a:endParaRPr lang="ja-JP" sz="1180" dirty="0"/>
          </a:p>
        </p:txBody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</a:t>
            </a:r>
            <a:endParaRPr lang="ja-JP" sz="880" dirty="0"/>
          </a:p>
        </p:txBody>
      </p:sp>
      <p:sp>
        <p:nvSpPr>
          <p:cNvPr id="23" name="ellipseRibbon"/>
          <p:cNvSpPr/>
          <p:nvPr/>
        </p:nvSpPr>
        <p:spPr>
          <a:xfrm>
            <a:off x="5548604" y="2537927"/>
            <a:ext cx="1244082" cy="895739"/>
          </a:xfrm>
          <a:prstGeom prst="ellipse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</a:t>
            </a:r>
            <a:endParaRPr lang="ja-JP" sz="880" dirty="0"/>
          </a:p>
        </p:txBody>
      </p:sp>
      <p:sp>
        <p:nvSpPr>
          <p:cNvPr id="25" name="ellipseRibbon2"/>
          <p:cNvSpPr/>
          <p:nvPr/>
        </p:nvSpPr>
        <p:spPr>
          <a:xfrm>
            <a:off x="7240555" y="2537927"/>
            <a:ext cx="1244082" cy="895739"/>
          </a:xfrm>
          <a:prstGeom prst="ellipse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ellipseRibbon2</a:t>
            </a:r>
            <a:endParaRPr lang="ja-JP" sz="880" dirty="0"/>
          </a:p>
        </p:txBody>
      </p:sp>
      <p:sp>
        <p:nvSpPr>
          <p:cNvPr id="27" name="flowChartAlternateProcess"/>
          <p:cNvSpPr/>
          <p:nvPr/>
        </p:nvSpPr>
        <p:spPr>
          <a:xfrm>
            <a:off x="8932506" y="2537927"/>
            <a:ext cx="1244082" cy="895739"/>
          </a:xfrm>
          <a:prstGeom prst="flowChartAlternate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flowChartAlternateProcess</a:t>
            </a:r>
            <a:endParaRPr lang="ja-JP" sz="880" dirty="0"/>
          </a:p>
        </p:txBody>
      </p:sp>
      <p:sp>
        <p:nvSpPr>
          <p:cNvPr id="29" name="flowChartCollate"/>
          <p:cNvSpPr/>
          <p:nvPr/>
        </p:nvSpPr>
        <p:spPr>
          <a:xfrm>
            <a:off x="10624457" y="2537927"/>
            <a:ext cx="1244082" cy="895739"/>
          </a:xfrm>
          <a:prstGeom prst="flowChartCol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flowChartCollate</a:t>
            </a:r>
            <a:endParaRPr lang="ja-JP" sz="880" dirty="0"/>
          </a:p>
        </p:txBody>
      </p:sp>
      <p:sp>
        <p:nvSpPr>
          <p:cNvPr id="31" name="flowChartConnector"/>
          <p:cNvSpPr/>
          <p:nvPr/>
        </p:nvSpPr>
        <p:spPr>
          <a:xfrm>
            <a:off x="472751" y="3981061"/>
            <a:ext cx="1244082" cy="895739"/>
          </a:xfrm>
          <a:prstGeom prst="flowChart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flowChartConnector</a:t>
            </a:r>
            <a:endParaRPr lang="ja-JP" sz="880" dirty="0"/>
          </a:p>
        </p:txBody>
      </p:sp>
      <p:sp>
        <p:nvSpPr>
          <p:cNvPr id="33" name="flowChartDecision"/>
          <p:cNvSpPr/>
          <p:nvPr/>
        </p:nvSpPr>
        <p:spPr>
          <a:xfrm>
            <a:off x="2164702" y="3981061"/>
            <a:ext cx="1244082" cy="895739"/>
          </a:xfrm>
          <a:prstGeom prst="flowChartDecis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flowChartDecision</a:t>
            </a:r>
            <a:endParaRPr lang="ja-JP" sz="880" dirty="0"/>
          </a:p>
        </p:txBody>
      </p:sp>
      <p:sp>
        <p:nvSpPr>
          <p:cNvPr id="35" name="flowChartDelay"/>
          <p:cNvSpPr/>
          <p:nvPr/>
        </p:nvSpPr>
        <p:spPr>
          <a:xfrm>
            <a:off x="3856653" y="3981061"/>
            <a:ext cx="1244082" cy="895739"/>
          </a:xfrm>
          <a:prstGeom prst="flowChartDe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flowChartDelay</a:t>
            </a:r>
            <a:endParaRPr lang="ja-JP" sz="880" dirty="0"/>
          </a:p>
        </p:txBody>
      </p:sp>
      <p:sp>
        <p:nvSpPr>
          <p:cNvPr id="37" name="flowChartDisplay"/>
          <p:cNvSpPr/>
          <p:nvPr/>
        </p:nvSpPr>
        <p:spPr>
          <a:xfrm>
            <a:off x="5548604" y="3981061"/>
            <a:ext cx="1244082" cy="895739"/>
          </a:xfrm>
          <a:prstGeom prst="flowChartDisp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flowChartDisplay</a:t>
            </a:r>
            <a:endParaRPr lang="ja-JP" sz="880" dirty="0"/>
          </a:p>
        </p:txBody>
      </p:sp>
      <p:sp>
        <p:nvSpPr>
          <p:cNvPr id="39" name="flowChartDocument"/>
          <p:cNvSpPr/>
          <p:nvPr/>
        </p:nvSpPr>
        <p:spPr>
          <a:xfrm>
            <a:off x="7240555" y="3981061"/>
            <a:ext cx="1244082" cy="895739"/>
          </a:xfrm>
          <a:prstGeom prst="flowChart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flowChartDocument</a:t>
            </a:r>
            <a:endParaRPr lang="ja-JP" sz="880" dirty="0"/>
          </a:p>
        </p:txBody>
      </p:sp>
      <p:sp>
        <p:nvSpPr>
          <p:cNvPr id="41" name="flowChartExtract"/>
          <p:cNvSpPr/>
          <p:nvPr/>
        </p:nvSpPr>
        <p:spPr>
          <a:xfrm>
            <a:off x="8932506" y="3981061"/>
            <a:ext cx="1244082" cy="895739"/>
          </a:xfrm>
          <a:prstGeom prst="flowChartExtra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flowChartExtract</a:t>
            </a:r>
            <a:endParaRPr lang="ja-JP" sz="880" dirty="0"/>
          </a:p>
        </p:txBody>
      </p:sp>
      <p:sp>
        <p:nvSpPr>
          <p:cNvPr id="43" name="flowChartInputOutput"/>
          <p:cNvSpPr/>
          <p:nvPr/>
        </p:nvSpPr>
        <p:spPr>
          <a:xfrm>
            <a:off x="10624457" y="3981061"/>
            <a:ext cx="1244082" cy="895739"/>
          </a:xfrm>
          <a:prstGeom prst="flowChartInputOut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flowChartInputOutput</a:t>
            </a:r>
            <a:endParaRPr lang="ja-JP" sz="880" dirty="0"/>
          </a:p>
        </p:txBody>
      </p:sp>
      <p:sp>
        <p:nvSpPr>
          <p:cNvPr id="45" name="flowChartInternalStorage"/>
          <p:cNvSpPr/>
          <p:nvPr/>
        </p:nvSpPr>
        <p:spPr>
          <a:xfrm>
            <a:off x="472751" y="5424196"/>
            <a:ext cx="1244082" cy="895739"/>
          </a:xfrm>
          <a:prstGeom prst="flowChartInternal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flowChartInternalStorage</a:t>
            </a:r>
            <a:endParaRPr lang="ja-JP" sz="880" dirty="0"/>
          </a:p>
        </p:txBody>
      </p:sp>
      <p:sp>
        <p:nvSpPr>
          <p:cNvPr id="47" name="flowChartMagneticDisk"/>
          <p:cNvSpPr/>
          <p:nvPr/>
        </p:nvSpPr>
        <p:spPr>
          <a:xfrm>
            <a:off x="2164702" y="5424196"/>
            <a:ext cx="1244082" cy="895739"/>
          </a:xfrm>
          <a:prstGeom prst="flowChartMagneticDis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flowChartMagneticDisk</a:t>
            </a:r>
            <a:endParaRPr lang="ja-JP" sz="880" dirty="0"/>
          </a:p>
        </p:txBody>
      </p:sp>
      <p:sp>
        <p:nvSpPr>
          <p:cNvPr id="49" name="flowChartMagneticDrum"/>
          <p:cNvSpPr/>
          <p:nvPr/>
        </p:nvSpPr>
        <p:spPr>
          <a:xfrm>
            <a:off x="3856653" y="5424196"/>
            <a:ext cx="1244082" cy="895739"/>
          </a:xfrm>
          <a:prstGeom prst="flowChartMagneticDru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flowChartMagneticDrum</a:t>
            </a:r>
            <a:endParaRPr lang="ja-JP" sz="880" dirty="0"/>
          </a:p>
        </p:txBody>
      </p:sp>
      <p:sp>
        <p:nvSpPr>
          <p:cNvPr id="51" name="flowChartMagneticTape"/>
          <p:cNvSpPr/>
          <p:nvPr/>
        </p:nvSpPr>
        <p:spPr>
          <a:xfrm>
            <a:off x="5548604" y="5424196"/>
            <a:ext cx="1244082" cy="895739"/>
          </a:xfrm>
          <a:prstGeom prst="flowChartMagnetic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flowChartMagneticTape</a:t>
            </a:r>
            <a:endParaRPr lang="ja-JP" sz="880" dirty="0"/>
          </a:p>
        </p:txBody>
      </p:sp>
      <p:sp>
        <p:nvSpPr>
          <p:cNvPr id="53" name="flowChartManualInput"/>
          <p:cNvSpPr/>
          <p:nvPr/>
        </p:nvSpPr>
        <p:spPr>
          <a:xfrm>
            <a:off x="7240555" y="5424196"/>
            <a:ext cx="1244082" cy="895739"/>
          </a:xfrm>
          <a:prstGeom prst="flowChartManualIn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flowChartManualInput</a:t>
            </a:r>
            <a:endParaRPr lang="ja-JP" sz="880" dirty="0"/>
          </a:p>
        </p:txBody>
      </p:sp>
      <p:sp>
        <p:nvSpPr>
          <p:cNvPr id="55" name="flowChartManualOperation"/>
          <p:cNvSpPr/>
          <p:nvPr/>
        </p:nvSpPr>
        <p:spPr>
          <a:xfrm>
            <a:off x="8932506" y="5424196"/>
            <a:ext cx="1244082" cy="895739"/>
          </a:xfrm>
          <a:prstGeom prst="flowChartManualOpe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flowChartManualOperation</a:t>
            </a:r>
            <a:endParaRPr lang="ja-JP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4/7（flowChartMerge 〜 irregularSeal2）</a:t>
            </a:r>
            <a:endParaRPr lang="ja-JP" sz="2940" dirty="0"/>
          </a:p>
        </p:txBody>
      </p:sp>
      <p:sp>
        <p:nvSpPr>
          <p:cNvPr id="3" name="flowChartMerge"/>
          <p:cNvSpPr/>
          <p:nvPr/>
        </p:nvSpPr>
        <p:spPr>
          <a:xfrm>
            <a:off x="472751" y="1094792"/>
            <a:ext cx="1244082" cy="895739"/>
          </a:xfrm>
          <a:prstGeom prst="flowChartMer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flowChartMerge</a:t>
            </a:r>
            <a:endParaRPr lang="ja-JP" sz="880" dirty="0"/>
          </a:p>
        </p:txBody>
      </p:sp>
      <p:sp>
        <p:nvSpPr>
          <p:cNvPr id="5" name="flowChartMultidocument"/>
          <p:cNvSpPr/>
          <p:nvPr/>
        </p:nvSpPr>
        <p:spPr>
          <a:xfrm>
            <a:off x="2164702" y="1094792"/>
            <a:ext cx="1244082" cy="895739"/>
          </a:xfrm>
          <a:prstGeom prst="flowChartMulti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flowChartMultidocument</a:t>
            </a:r>
            <a:endParaRPr lang="ja-JP" sz="880" dirty="0"/>
          </a:p>
        </p:txBody>
      </p:sp>
      <p:sp>
        <p:nvSpPr>
          <p:cNvPr id="7" name="flowChartOfflineStorage"/>
          <p:cNvSpPr/>
          <p:nvPr/>
        </p:nvSpPr>
        <p:spPr>
          <a:xfrm>
            <a:off x="3856653" y="1094792"/>
            <a:ext cx="1244082" cy="895739"/>
          </a:xfrm>
          <a:prstGeom prst="flowChartOff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flowChartOfflineStorage</a:t>
            </a:r>
            <a:endParaRPr lang="ja-JP" sz="880" dirty="0"/>
          </a:p>
        </p:txBody>
      </p:sp>
      <p:sp>
        <p:nvSpPr>
          <p:cNvPr id="9" name="flowChartOffpageConnector"/>
          <p:cNvSpPr/>
          <p:nvPr/>
        </p:nvSpPr>
        <p:spPr>
          <a:xfrm>
            <a:off x="5548604" y="1094792"/>
            <a:ext cx="1244082" cy="895739"/>
          </a:xfrm>
          <a:prstGeom prst="flowChartOffpage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flowChartOffpageConnector</a:t>
            </a:r>
            <a:endParaRPr lang="ja-JP" sz="880" dirty="0"/>
          </a:p>
        </p:txBody>
      </p:sp>
      <p:sp>
        <p:nvSpPr>
          <p:cNvPr id="11" name="flowChartOnlineStorage"/>
          <p:cNvSpPr/>
          <p:nvPr/>
        </p:nvSpPr>
        <p:spPr>
          <a:xfrm>
            <a:off x="7240555" y="1094792"/>
            <a:ext cx="1244082" cy="895739"/>
          </a:xfrm>
          <a:prstGeom prst="flowChartOn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flowChartOnlineStorage</a:t>
            </a:r>
            <a:endParaRPr lang="ja-JP" sz="880" dirty="0"/>
          </a:p>
        </p:txBody>
      </p:sp>
      <p:sp>
        <p:nvSpPr>
          <p:cNvPr id="13" name="flowChartOr"/>
          <p:cNvSpPr/>
          <p:nvPr/>
        </p:nvSpPr>
        <p:spPr>
          <a:xfrm>
            <a:off x="8932506" y="1094792"/>
            <a:ext cx="1244082" cy="895739"/>
          </a:xfrm>
          <a:prstGeom prst="flowChar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flowChartOr</a:t>
            </a:r>
            <a:endParaRPr lang="ja-JP" sz="880" dirty="0"/>
          </a:p>
        </p:txBody>
      </p:sp>
      <p:sp>
        <p:nvSpPr>
          <p:cNvPr id="15" name="flowChartPredefinedProcess"/>
          <p:cNvSpPr/>
          <p:nvPr/>
        </p:nvSpPr>
        <p:spPr>
          <a:xfrm>
            <a:off x="10624457" y="1094792"/>
            <a:ext cx="1244082" cy="895739"/>
          </a:xfrm>
          <a:prstGeom prst="flowChartPredefined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flowChartPredefinedProcess</a:t>
            </a:r>
            <a:endParaRPr lang="ja-JP" sz="880" dirty="0"/>
          </a:p>
        </p:txBody>
      </p:sp>
      <p:sp>
        <p:nvSpPr>
          <p:cNvPr id="17" name="flowChartPreparation"/>
          <p:cNvSpPr/>
          <p:nvPr/>
        </p:nvSpPr>
        <p:spPr>
          <a:xfrm>
            <a:off x="472751" y="2537927"/>
            <a:ext cx="1244082" cy="895739"/>
          </a:xfrm>
          <a:prstGeom prst="flowChartPrepa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flowChartPreparation</a:t>
            </a:r>
            <a:endParaRPr lang="ja-JP" sz="880" dirty="0"/>
          </a:p>
        </p:txBody>
      </p:sp>
      <p:sp>
        <p:nvSpPr>
          <p:cNvPr id="19" name="flowChartProcess"/>
          <p:cNvSpPr/>
          <p:nvPr/>
        </p:nvSpPr>
        <p:spPr>
          <a:xfrm>
            <a:off x="2164702" y="2537927"/>
            <a:ext cx="1244082" cy="895739"/>
          </a:xfrm>
          <a:prstGeom prst="flowChart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処理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flowChartProcess</a:t>
            </a:r>
            <a:endParaRPr lang="ja-JP" sz="880" dirty="0"/>
          </a:p>
        </p:txBody>
      </p:sp>
      <p:sp>
        <p:nvSpPr>
          <p:cNvPr id="21" name="flowChartPunchedCard"/>
          <p:cNvSpPr/>
          <p:nvPr/>
        </p:nvSpPr>
        <p:spPr>
          <a:xfrm>
            <a:off x="3856653" y="2537927"/>
            <a:ext cx="1244082" cy="895739"/>
          </a:xfrm>
          <a:prstGeom prst="flowChartPunchedCa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flowChartPunchedCard</a:t>
            </a:r>
            <a:endParaRPr lang="ja-JP" sz="880" dirty="0"/>
          </a:p>
        </p:txBody>
      </p:sp>
      <p:sp>
        <p:nvSpPr>
          <p:cNvPr id="23" name="flowChartPunchedTape"/>
          <p:cNvSpPr/>
          <p:nvPr/>
        </p:nvSpPr>
        <p:spPr>
          <a:xfrm>
            <a:off x="5548604" y="2537927"/>
            <a:ext cx="1244082" cy="895739"/>
          </a:xfrm>
          <a:prstGeom prst="flowChartPunched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flowChartPunchedTape</a:t>
            </a:r>
            <a:endParaRPr lang="ja-JP" sz="880" dirty="0"/>
          </a:p>
        </p:txBody>
      </p:sp>
      <p:sp>
        <p:nvSpPr>
          <p:cNvPr id="25" name="flowChartSort"/>
          <p:cNvSpPr/>
          <p:nvPr/>
        </p:nvSpPr>
        <p:spPr>
          <a:xfrm>
            <a:off x="7240555" y="2537927"/>
            <a:ext cx="1244082" cy="895739"/>
          </a:xfrm>
          <a:prstGeom prst="flowChartSo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flowChartSort</a:t>
            </a:r>
            <a:endParaRPr lang="ja-JP" sz="880" dirty="0"/>
          </a:p>
        </p:txBody>
      </p:sp>
      <p:sp>
        <p:nvSpPr>
          <p:cNvPr id="27" name="flowChartSummingJunction"/>
          <p:cNvSpPr/>
          <p:nvPr/>
        </p:nvSpPr>
        <p:spPr>
          <a:xfrm>
            <a:off x="8932506" y="2537927"/>
            <a:ext cx="1244082" cy="895739"/>
          </a:xfrm>
          <a:prstGeom prst="flowChartSummingJunc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flowChartSummingJunction</a:t>
            </a:r>
            <a:endParaRPr lang="ja-JP" sz="880" dirty="0"/>
          </a:p>
        </p:txBody>
      </p:sp>
      <p:sp>
        <p:nvSpPr>
          <p:cNvPr id="29" name="flowChartTerminator"/>
          <p:cNvSpPr/>
          <p:nvPr/>
        </p:nvSpPr>
        <p:spPr>
          <a:xfrm>
            <a:off x="10624457" y="2537927"/>
            <a:ext cx="1244082" cy="895739"/>
          </a:xfrm>
          <a:prstGeom prst="flowChartTermina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flowChartTerminator</a:t>
            </a:r>
            <a:endParaRPr lang="ja-JP" sz="880" dirty="0"/>
          </a:p>
        </p:txBody>
      </p:sp>
      <p:sp>
        <p:nvSpPr>
          <p:cNvPr id="31" name="foldedCorner"/>
          <p:cNvSpPr/>
          <p:nvPr/>
        </p:nvSpPr>
        <p:spPr>
          <a:xfrm>
            <a:off x="472751" y="3981061"/>
            <a:ext cx="1244082" cy="895739"/>
          </a:xfrm>
          <a:prstGeom prst="folded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foldedCorner</a:t>
            </a:r>
            <a:endParaRPr lang="ja-JP" sz="880" dirty="0"/>
          </a:p>
        </p:txBody>
      </p:sp>
      <p:sp>
        <p:nvSpPr>
          <p:cNvPr id="33" name="frame"/>
          <p:cNvSpPr/>
          <p:nvPr/>
        </p:nvSpPr>
        <p:spPr>
          <a:xfrm>
            <a:off x="2164702" y="3981061"/>
            <a:ext cx="1244082" cy="895739"/>
          </a:xfrm>
          <a:prstGeom prst="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frame</a:t>
            </a:r>
            <a:endParaRPr lang="ja-JP" sz="880" dirty="0"/>
          </a:p>
        </p:txBody>
      </p:sp>
      <p:sp>
        <p:nvSpPr>
          <p:cNvPr id="35" name="funnel"/>
          <p:cNvSpPr/>
          <p:nvPr/>
        </p:nvSpPr>
        <p:spPr>
          <a:xfrm>
            <a:off x="3856653" y="3981061"/>
            <a:ext cx="1244082" cy="895739"/>
          </a:xfrm>
          <a:prstGeom prst="funn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funnel</a:t>
            </a:r>
            <a:endParaRPr lang="ja-JP" sz="880" dirty="0"/>
          </a:p>
        </p:txBody>
      </p:sp>
      <p:sp>
        <p:nvSpPr>
          <p:cNvPr id="37" name="gear6"/>
          <p:cNvSpPr/>
          <p:nvPr/>
        </p:nvSpPr>
        <p:spPr>
          <a:xfrm>
            <a:off x="5548604" y="3981061"/>
            <a:ext cx="1244082" cy="895739"/>
          </a:xfrm>
          <a:prstGeom prst="ge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gear6</a:t>
            </a:r>
            <a:endParaRPr lang="ja-JP" sz="880" dirty="0"/>
          </a:p>
        </p:txBody>
      </p:sp>
      <p:sp>
        <p:nvSpPr>
          <p:cNvPr id="39" name="gear9"/>
          <p:cNvSpPr/>
          <p:nvPr/>
        </p:nvSpPr>
        <p:spPr>
          <a:xfrm>
            <a:off x="7240555" y="3981061"/>
            <a:ext cx="1244082" cy="895739"/>
          </a:xfrm>
          <a:prstGeom prst="gear9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gear9</a:t>
            </a:r>
            <a:endParaRPr lang="ja-JP" sz="880" dirty="0"/>
          </a:p>
        </p:txBody>
      </p:sp>
      <p:sp>
        <p:nvSpPr>
          <p:cNvPr id="41" name="halfFrame"/>
          <p:cNvSpPr/>
          <p:nvPr/>
        </p:nvSpPr>
        <p:spPr>
          <a:xfrm>
            <a:off x="8932506" y="3981061"/>
            <a:ext cx="1244082" cy="895739"/>
          </a:xfrm>
          <a:prstGeom prst="half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halfFrame</a:t>
            </a:r>
            <a:endParaRPr lang="ja-JP" sz="880" dirty="0"/>
          </a:p>
        </p:txBody>
      </p:sp>
      <p:sp>
        <p:nvSpPr>
          <p:cNvPr id="43" name="heart"/>
          <p:cNvSpPr/>
          <p:nvPr/>
        </p:nvSpPr>
        <p:spPr>
          <a:xfrm>
            <a:off x="10624457" y="3981061"/>
            <a:ext cx="1244082" cy="895739"/>
          </a:xfrm>
          <a:prstGeom prst="hea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235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心</a:t>
            </a:r>
            <a:endParaRPr lang="ja-JP" sz="1180" dirty="0"/>
          </a:p>
        </p:txBody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heart</a:t>
            </a:r>
            <a:endParaRPr lang="ja-JP" sz="880" dirty="0"/>
          </a:p>
        </p:txBody>
      </p:sp>
      <p:sp>
        <p:nvSpPr>
          <p:cNvPr id="45" name="heptagon"/>
          <p:cNvSpPr/>
          <p:nvPr/>
        </p:nvSpPr>
        <p:spPr>
          <a:xfrm>
            <a:off x="472751" y="5424196"/>
            <a:ext cx="1244082" cy="895739"/>
          </a:xfrm>
          <a:prstGeom prst="hep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heptagon</a:t>
            </a:r>
            <a:endParaRPr lang="ja-JP" sz="880" dirty="0"/>
          </a:p>
        </p:txBody>
      </p:sp>
      <p:sp>
        <p:nvSpPr>
          <p:cNvPr id="47" name="hexagon"/>
          <p:cNvSpPr/>
          <p:nvPr/>
        </p:nvSpPr>
        <p:spPr>
          <a:xfrm>
            <a:off x="2164702" y="5424196"/>
            <a:ext cx="1244082" cy="895739"/>
          </a:xfrm>
          <a:prstGeom prst="hex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六角</a:t>
            </a:r>
            <a:endParaRPr lang="ja-JP" sz="1180" dirty="0"/>
          </a:p>
        </p:txBody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hexagon</a:t>
            </a:r>
            <a:endParaRPr lang="ja-JP" sz="880" dirty="0"/>
          </a:p>
        </p:txBody>
      </p:sp>
      <p:sp>
        <p:nvSpPr>
          <p:cNvPr id="49" name="homePlate"/>
          <p:cNvSpPr/>
          <p:nvPr/>
        </p:nvSpPr>
        <p:spPr>
          <a:xfrm>
            <a:off x="3856653" y="5424196"/>
            <a:ext cx="1244082" cy="895739"/>
          </a:xfrm>
          <a:prstGeom prst="homeP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工程</a:t>
            </a:r>
            <a:endParaRPr lang="ja-JP" sz="1180" dirty="0"/>
          </a:p>
        </p:txBody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homePlate</a:t>
            </a:r>
            <a:endParaRPr lang="ja-JP" sz="880" dirty="0"/>
          </a:p>
        </p:txBody>
      </p:sp>
      <p:sp>
        <p:nvSpPr>
          <p:cNvPr id="51" name="horizontalScroll"/>
          <p:cNvSpPr/>
          <p:nvPr/>
        </p:nvSpPr>
        <p:spPr>
          <a:xfrm>
            <a:off x="5548604" y="5424196"/>
            <a:ext cx="1244082" cy="895739"/>
          </a:xfrm>
          <a:prstGeom prst="horizont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horizontalScroll</a:t>
            </a:r>
            <a:endParaRPr lang="ja-JP" sz="880" dirty="0"/>
          </a:p>
        </p:txBody>
      </p:sp>
      <p:sp>
        <p:nvSpPr>
          <p:cNvPr id="53" name="irregularSeal1"/>
          <p:cNvSpPr/>
          <p:nvPr/>
        </p:nvSpPr>
        <p:spPr>
          <a:xfrm>
            <a:off x="7240555" y="5424196"/>
            <a:ext cx="1244082" cy="895739"/>
          </a:xfrm>
          <a:prstGeom prst="irregularSeal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irregularSeal1</a:t>
            </a:r>
            <a:endParaRPr lang="ja-JP" sz="880" dirty="0"/>
          </a:p>
        </p:txBody>
      </p:sp>
      <p:sp>
        <p:nvSpPr>
          <p:cNvPr id="55" name="irregularSeal2"/>
          <p:cNvSpPr/>
          <p:nvPr/>
        </p:nvSpPr>
        <p:spPr>
          <a:xfrm>
            <a:off x="8932506" y="5424196"/>
            <a:ext cx="1244082" cy="895739"/>
          </a:xfrm>
          <a:prstGeom prst="irregularSeal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irregularSeal2</a:t>
            </a:r>
            <a:endParaRPr lang="ja-JP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5/7（leftArrow 〜 pentagon）</a:t>
            </a:r>
            <a:endParaRPr lang="ja-JP" sz="2940" dirty="0"/>
          </a:p>
        </p:txBody>
      </p:sp>
      <p:sp>
        <p:nvSpPr>
          <p:cNvPr id="3" name="leftArrow"/>
          <p:cNvSpPr/>
          <p:nvPr/>
        </p:nvSpPr>
        <p:spPr>
          <a:xfrm>
            <a:off x="472751" y="1094792"/>
            <a:ext cx="1244082" cy="895739"/>
          </a:xfrm>
          <a:prstGeom prst="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</a:t>
            </a:r>
            <a:endParaRPr lang="ja-JP" sz="880" dirty="0"/>
          </a:p>
        </p:txBody>
      </p:sp>
      <p:sp>
        <p:nvSpPr>
          <p:cNvPr id="5" name="leftArrowCallout"/>
          <p:cNvSpPr/>
          <p:nvPr/>
        </p:nvSpPr>
        <p:spPr>
          <a:xfrm>
            <a:off x="2164702" y="1094792"/>
            <a:ext cx="1244082" cy="895739"/>
          </a:xfrm>
          <a:prstGeom prst="lef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leftArrowCallout</a:t>
            </a:r>
            <a:endParaRPr lang="ja-JP" sz="880" dirty="0"/>
          </a:p>
        </p:txBody>
      </p:sp>
      <p:sp>
        <p:nvSpPr>
          <p:cNvPr id="7" name="leftBrace"/>
          <p:cNvSpPr/>
          <p:nvPr/>
        </p:nvSpPr>
        <p:spPr>
          <a:xfrm>
            <a:off x="3856653" y="1094792"/>
            <a:ext cx="1244082" cy="895739"/>
          </a:xfrm>
          <a:prstGeom prst="lef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leftBrace</a:t>
            </a:r>
            <a:endParaRPr lang="ja-JP" sz="880" dirty="0"/>
          </a:p>
        </p:txBody>
      </p:sp>
      <p:sp>
        <p:nvSpPr>
          <p:cNvPr id="9" name="leftBracket"/>
          <p:cNvSpPr/>
          <p:nvPr/>
        </p:nvSpPr>
        <p:spPr>
          <a:xfrm>
            <a:off x="5548604" y="1094792"/>
            <a:ext cx="1244082" cy="895739"/>
          </a:xfrm>
          <a:prstGeom prst="lef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leftBracket</a:t>
            </a:r>
            <a:endParaRPr lang="ja-JP" sz="880" dirty="0"/>
          </a:p>
        </p:txBody>
      </p:sp>
      <p:sp>
        <p:nvSpPr>
          <p:cNvPr id="11" name="leftCircularArrow"/>
          <p:cNvSpPr/>
          <p:nvPr/>
        </p:nvSpPr>
        <p:spPr>
          <a:xfrm>
            <a:off x="7240555" y="1094792"/>
            <a:ext cx="1244082" cy="895739"/>
          </a:xfrm>
          <a:prstGeom prst="lef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leftCircularArrow</a:t>
            </a:r>
            <a:endParaRPr lang="ja-JP" sz="880" dirty="0"/>
          </a:p>
        </p:txBody>
      </p:sp>
      <p:sp>
        <p:nvSpPr>
          <p:cNvPr id="13" name="leftRightArrow"/>
          <p:cNvSpPr/>
          <p:nvPr/>
        </p:nvSpPr>
        <p:spPr>
          <a:xfrm>
            <a:off x="8932506" y="1094792"/>
            <a:ext cx="1244082" cy="895739"/>
          </a:xfrm>
          <a:prstGeom prst="left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</a:t>
            </a:r>
            <a:endParaRPr lang="ja-JP" sz="880" dirty="0"/>
          </a:p>
        </p:txBody>
      </p:sp>
      <p:sp>
        <p:nvSpPr>
          <p:cNvPr id="15" name="leftRightArrowCallout"/>
          <p:cNvSpPr/>
          <p:nvPr/>
        </p:nvSpPr>
        <p:spPr>
          <a:xfrm>
            <a:off x="10624457" y="1094792"/>
            <a:ext cx="1244082" cy="895739"/>
          </a:xfrm>
          <a:prstGeom prst="left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leftRightArrowCallout</a:t>
            </a:r>
            <a:endParaRPr lang="ja-JP" sz="880" dirty="0"/>
          </a:p>
        </p:txBody>
      </p:sp>
      <p:sp>
        <p:nvSpPr>
          <p:cNvPr id="17" name="leftRightCircularArrow"/>
          <p:cNvSpPr/>
          <p:nvPr/>
        </p:nvSpPr>
        <p:spPr>
          <a:xfrm>
            <a:off x="472751" y="2537927"/>
            <a:ext cx="1244082" cy="895739"/>
          </a:xfrm>
          <a:prstGeom prst="leftRigh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leftRightCircularArrow</a:t>
            </a:r>
            <a:endParaRPr lang="ja-JP" sz="880" dirty="0"/>
          </a:p>
        </p:txBody>
      </p:sp>
      <p:sp>
        <p:nvSpPr>
          <p:cNvPr id="19" name="leftRightRibbon"/>
          <p:cNvSpPr/>
          <p:nvPr/>
        </p:nvSpPr>
        <p:spPr>
          <a:xfrm>
            <a:off x="2164702" y="2537927"/>
            <a:ext cx="1244082" cy="895739"/>
          </a:xfrm>
          <a:prstGeom prst="leftRight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leftRightRibbon</a:t>
            </a:r>
            <a:endParaRPr lang="ja-JP" sz="880" dirty="0"/>
          </a:p>
        </p:txBody>
      </p:sp>
      <p:sp>
        <p:nvSpPr>
          <p:cNvPr id="21" name="leftRightUpArrow"/>
          <p:cNvSpPr/>
          <p:nvPr/>
        </p:nvSpPr>
        <p:spPr>
          <a:xfrm>
            <a:off x="3856653" y="2537927"/>
            <a:ext cx="1244082" cy="895739"/>
          </a:xfrm>
          <a:prstGeom prst="leftRigh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leftRightUpArrow</a:t>
            </a:r>
            <a:endParaRPr lang="ja-JP" sz="880" dirty="0"/>
          </a:p>
        </p:txBody>
      </p:sp>
      <p:sp>
        <p:nvSpPr>
          <p:cNvPr id="23" name="leftUpArrow"/>
          <p:cNvSpPr/>
          <p:nvPr/>
        </p:nvSpPr>
        <p:spPr>
          <a:xfrm>
            <a:off x="5548604" y="2537927"/>
            <a:ext cx="1244082" cy="895739"/>
          </a:xfrm>
          <a:prstGeom prst="lef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leftUpArrow</a:t>
            </a:r>
            <a:endParaRPr lang="ja-JP" sz="880" dirty="0"/>
          </a:p>
        </p:txBody>
      </p:sp>
      <p:sp>
        <p:nvSpPr>
          <p:cNvPr id="25" name="lightningBolt"/>
          <p:cNvSpPr/>
          <p:nvPr/>
        </p:nvSpPr>
        <p:spPr>
          <a:xfrm>
            <a:off x="7240555" y="2537927"/>
            <a:ext cx="1244082" cy="895739"/>
          </a:xfrm>
          <a:prstGeom prst="lightningBol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lightningBolt</a:t>
            </a:r>
            <a:endParaRPr lang="ja-JP" sz="880" dirty="0"/>
          </a:p>
        </p:txBody>
      </p:sp>
      <p:cxnSp>
        <p:nvCxnSpPr>
          <p:cNvPr id="27" name="line"/>
          <p:cNvCxnSpPr/>
          <p:nvPr/>
        </p:nvCxnSpPr>
        <p:spPr>
          <a:xfrm>
            <a:off x="8932506" y="2537927"/>
            <a:ext cx="1244082" cy="895739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cxn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</a:t>
            </a:r>
            <a:endParaRPr lang="ja-JP" sz="880" dirty="0"/>
          </a:p>
        </p:txBody>
      </p:sp>
      <p:cxnSp>
        <p:nvCxnSpPr>
          <p:cNvPr id="29" name="lineInv"/>
          <p:cNvCxnSpPr/>
          <p:nvPr/>
        </p:nvCxnSpPr>
        <p:spPr>
          <a:xfrm>
            <a:off x="10624457" y="2537927"/>
            <a:ext cx="1244082" cy="895739"/>
          </a:xfrm>
          <a:prstGeom prst="lineInv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lineInv</a:t>
            </a:r>
            <a:endParaRPr lang="ja-JP" sz="880" dirty="0"/>
          </a:p>
        </p:txBody>
      </p:sp>
      <p:sp>
        <p:nvSpPr>
          <p:cNvPr id="31" name="mathDivide"/>
          <p:cNvSpPr/>
          <p:nvPr/>
        </p:nvSpPr>
        <p:spPr>
          <a:xfrm>
            <a:off x="472751" y="3981061"/>
            <a:ext cx="1244082" cy="895739"/>
          </a:xfrm>
          <a:prstGeom prst="mathDivid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mathDivide</a:t>
            </a:r>
            <a:endParaRPr lang="ja-JP" sz="880" dirty="0"/>
          </a:p>
        </p:txBody>
      </p:sp>
      <p:sp>
        <p:nvSpPr>
          <p:cNvPr id="33" name="mathEqual"/>
          <p:cNvSpPr/>
          <p:nvPr/>
        </p:nvSpPr>
        <p:spPr>
          <a:xfrm>
            <a:off x="2164702" y="3981061"/>
            <a:ext cx="1244082" cy="895739"/>
          </a:xfrm>
          <a:prstGeom prst="math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mathEqual</a:t>
            </a:r>
            <a:endParaRPr lang="ja-JP" sz="880" dirty="0"/>
          </a:p>
        </p:txBody>
      </p:sp>
      <p:sp>
        <p:nvSpPr>
          <p:cNvPr id="35" name="mathMinus"/>
          <p:cNvSpPr/>
          <p:nvPr/>
        </p:nvSpPr>
        <p:spPr>
          <a:xfrm>
            <a:off x="3856653" y="3981061"/>
            <a:ext cx="1244082" cy="895739"/>
          </a:xfrm>
          <a:prstGeom prst="mathMin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mathMinus</a:t>
            </a:r>
            <a:endParaRPr lang="ja-JP" sz="880" dirty="0"/>
          </a:p>
        </p:txBody>
      </p:sp>
      <p:sp>
        <p:nvSpPr>
          <p:cNvPr id="37" name="mathMultiply"/>
          <p:cNvSpPr/>
          <p:nvPr/>
        </p:nvSpPr>
        <p:spPr>
          <a:xfrm>
            <a:off x="5548604" y="3981061"/>
            <a:ext cx="1244082" cy="895739"/>
          </a:xfrm>
          <a:prstGeom prst="mathMultipl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mathMultiply</a:t>
            </a:r>
            <a:endParaRPr lang="ja-JP" sz="880" dirty="0"/>
          </a:p>
        </p:txBody>
      </p:sp>
      <p:sp>
        <p:nvSpPr>
          <p:cNvPr id="39" name="mathNotEqual"/>
          <p:cNvSpPr/>
          <p:nvPr/>
        </p:nvSpPr>
        <p:spPr>
          <a:xfrm>
            <a:off x="7240555" y="3981061"/>
            <a:ext cx="1244082" cy="895739"/>
          </a:xfrm>
          <a:prstGeom prst="mathNot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mathNotEqual</a:t>
            </a:r>
            <a:endParaRPr lang="ja-JP" sz="880" dirty="0"/>
          </a:p>
        </p:txBody>
      </p:sp>
      <p:sp>
        <p:nvSpPr>
          <p:cNvPr id="41" name="mathPlus"/>
          <p:cNvSpPr/>
          <p:nvPr/>
        </p:nvSpPr>
        <p:spPr>
          <a:xfrm>
            <a:off x="8932506" y="3981061"/>
            <a:ext cx="1244082" cy="895739"/>
          </a:xfrm>
          <a:prstGeom prst="math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mathPlus</a:t>
            </a:r>
            <a:endParaRPr lang="ja-JP" sz="880" dirty="0"/>
          </a:p>
        </p:txBody>
      </p:sp>
      <p:sp>
        <p:nvSpPr>
          <p:cNvPr id="43" name="moon"/>
          <p:cNvSpPr/>
          <p:nvPr/>
        </p:nvSpPr>
        <p:spPr>
          <a:xfrm>
            <a:off x="10624457" y="3981061"/>
            <a:ext cx="1244082" cy="895739"/>
          </a:xfrm>
          <a:prstGeom prst="mo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moon</a:t>
            </a:r>
            <a:endParaRPr lang="ja-JP" sz="880" dirty="0"/>
          </a:p>
        </p:txBody>
      </p:sp>
      <p:sp>
        <p:nvSpPr>
          <p:cNvPr id="45" name="noSmoking"/>
          <p:cNvSpPr/>
          <p:nvPr/>
        </p:nvSpPr>
        <p:spPr>
          <a:xfrm>
            <a:off x="472751" y="5424196"/>
            <a:ext cx="1244082" cy="895739"/>
          </a:xfrm>
          <a:prstGeom prst="noSmok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noSmoking</a:t>
            </a:r>
            <a:endParaRPr lang="ja-JP" sz="880" dirty="0"/>
          </a:p>
        </p:txBody>
      </p:sp>
      <p:sp>
        <p:nvSpPr>
          <p:cNvPr id="47" name="nonIsoscelesTrapezoid"/>
          <p:cNvSpPr/>
          <p:nvPr/>
        </p:nvSpPr>
        <p:spPr>
          <a:xfrm>
            <a:off x="2164702" y="5424196"/>
            <a:ext cx="1244082" cy="895739"/>
          </a:xfrm>
          <a:prstGeom prst="nonIsosceles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nonIsoscelesTrapezoid</a:t>
            </a:r>
            <a:endParaRPr lang="ja-JP" sz="880" dirty="0"/>
          </a:p>
        </p:txBody>
      </p:sp>
      <p:sp>
        <p:nvSpPr>
          <p:cNvPr id="49" name="notchedRightArrow"/>
          <p:cNvSpPr/>
          <p:nvPr/>
        </p:nvSpPr>
        <p:spPr>
          <a:xfrm>
            <a:off x="3856653" y="5424196"/>
            <a:ext cx="1244082" cy="895739"/>
          </a:xfrm>
          <a:prstGeom prst="notch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notchedRightArrow</a:t>
            </a:r>
            <a:endParaRPr lang="ja-JP" sz="880" dirty="0"/>
          </a:p>
        </p:txBody>
      </p:sp>
      <p:sp>
        <p:nvSpPr>
          <p:cNvPr id="51" name="octagon"/>
          <p:cNvSpPr/>
          <p:nvPr/>
        </p:nvSpPr>
        <p:spPr>
          <a:xfrm>
            <a:off x="5548604" y="5424196"/>
            <a:ext cx="1244082" cy="895739"/>
          </a:xfrm>
          <a:prstGeom prst="oc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octagon</a:t>
            </a:r>
            <a:endParaRPr lang="ja-JP" sz="880" dirty="0"/>
          </a:p>
        </p:txBody>
      </p:sp>
      <p:sp>
        <p:nvSpPr>
          <p:cNvPr id="53" name="parallelogram"/>
          <p:cNvSpPr/>
          <p:nvPr/>
        </p:nvSpPr>
        <p:spPr>
          <a:xfrm>
            <a:off x="7240555" y="5424196"/>
            <a:ext cx="1244082" cy="895739"/>
          </a:xfrm>
          <a:prstGeom prst="parallelogra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parallelogram</a:t>
            </a:r>
            <a:endParaRPr lang="ja-JP" sz="880" dirty="0"/>
          </a:p>
        </p:txBody>
      </p:sp>
      <p:sp>
        <p:nvSpPr>
          <p:cNvPr id="55" name="pentagon"/>
          <p:cNvSpPr/>
          <p:nvPr/>
        </p:nvSpPr>
        <p:spPr>
          <a:xfrm>
            <a:off x="8932506" y="5424196"/>
            <a:ext cx="1244082" cy="895739"/>
          </a:xfrm>
          <a:prstGeom prst="pen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pentagon</a:t>
            </a:r>
            <a:endParaRPr lang="ja-JP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6/7（pie 〜 star10）</a:t>
            </a:r>
            <a:endParaRPr lang="ja-JP" sz="2940" dirty="0"/>
          </a:p>
        </p:txBody>
      </p:sp>
      <p:sp>
        <p:nvSpPr>
          <p:cNvPr id="3" name="pie"/>
          <p:cNvSpPr/>
          <p:nvPr/>
        </p:nvSpPr>
        <p:spPr>
          <a:xfrm>
            <a:off x="472751" y="1094792"/>
            <a:ext cx="1244082" cy="895739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</a:t>
            </a:r>
            <a:endParaRPr lang="ja-JP" sz="880" dirty="0"/>
          </a:p>
        </p:txBody>
      </p:sp>
      <p:sp>
        <p:nvSpPr>
          <p:cNvPr id="5" name="pieWedge"/>
          <p:cNvSpPr/>
          <p:nvPr/>
        </p:nvSpPr>
        <p:spPr>
          <a:xfrm>
            <a:off x="2164702" y="1094792"/>
            <a:ext cx="1244082" cy="895739"/>
          </a:xfrm>
          <a:prstGeom prst="pieWed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pieWedge</a:t>
            </a:r>
            <a:endParaRPr lang="ja-JP" sz="880" dirty="0"/>
          </a:p>
        </p:txBody>
      </p:sp>
      <p:sp>
        <p:nvSpPr>
          <p:cNvPr id="7" name="plaque"/>
          <p:cNvSpPr/>
          <p:nvPr/>
        </p:nvSpPr>
        <p:spPr>
          <a:xfrm>
            <a:off x="3856653" y="1094792"/>
            <a:ext cx="1244082" cy="895739"/>
          </a:xfrm>
          <a:prstGeom prst="plaqu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</a:t>
            </a:r>
            <a:endParaRPr lang="ja-JP" sz="880" dirty="0"/>
          </a:p>
        </p:txBody>
      </p:sp>
      <p:sp>
        <p:nvSpPr>
          <p:cNvPr id="9" name="plaqueTabs"/>
          <p:cNvSpPr/>
          <p:nvPr/>
        </p:nvSpPr>
        <p:spPr>
          <a:xfrm>
            <a:off x="5548604" y="1094792"/>
            <a:ext cx="1244082" cy="895739"/>
          </a:xfrm>
          <a:prstGeom prst="plaqu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plaqueTabs</a:t>
            </a:r>
            <a:endParaRPr lang="ja-JP" sz="880" dirty="0"/>
          </a:p>
        </p:txBody>
      </p:sp>
      <p:sp>
        <p:nvSpPr>
          <p:cNvPr id="11" name="plus"/>
          <p:cNvSpPr/>
          <p:nvPr/>
        </p:nvSpPr>
        <p:spPr>
          <a:xfrm>
            <a:off x="7240555" y="1094792"/>
            <a:ext cx="1244082" cy="895739"/>
          </a:xfrm>
          <a:prstGeom prst="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plus</a:t>
            </a:r>
            <a:endParaRPr lang="ja-JP" sz="880" dirty="0"/>
          </a:p>
        </p:txBody>
      </p:sp>
      <p:sp>
        <p:nvSpPr>
          <p:cNvPr id="13" name="quadArrow"/>
          <p:cNvSpPr/>
          <p:nvPr/>
        </p:nvSpPr>
        <p:spPr>
          <a:xfrm>
            <a:off x="8932506" y="1094792"/>
            <a:ext cx="1244082" cy="895739"/>
          </a:xfrm>
          <a:prstGeom prst="quad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</a:t>
            </a:r>
            <a:endParaRPr lang="ja-JP" sz="880" dirty="0"/>
          </a:p>
        </p:txBody>
      </p:sp>
      <p:sp>
        <p:nvSpPr>
          <p:cNvPr id="15" name="quadArrowCallout"/>
          <p:cNvSpPr/>
          <p:nvPr/>
        </p:nvSpPr>
        <p:spPr>
          <a:xfrm>
            <a:off x="10624457" y="1094792"/>
            <a:ext cx="1244082" cy="895739"/>
          </a:xfrm>
          <a:prstGeom prst="quad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quadArrowCallout</a:t>
            </a:r>
            <a:endParaRPr lang="ja-JP" sz="880" dirty="0"/>
          </a:p>
        </p:txBody>
      </p:sp>
      <p:sp>
        <p:nvSpPr>
          <p:cNvPr id="17" name="rect"/>
          <p:cNvSpPr/>
          <p:nvPr/>
        </p:nvSpPr>
        <p:spPr>
          <a:xfrm>
            <a:off x="472751" y="2537927"/>
            <a:ext cx="1244082" cy="8957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文字</a:t>
            </a:r>
            <a:endParaRPr lang="ja-JP" sz="1180" dirty="0"/>
          </a:p>
        </p:txBody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rect</a:t>
            </a:r>
            <a:endParaRPr lang="ja-JP" sz="880" dirty="0"/>
          </a:p>
        </p:txBody>
      </p:sp>
      <p:sp>
        <p:nvSpPr>
          <p:cNvPr id="19" name="ribbon"/>
          <p:cNvSpPr/>
          <p:nvPr/>
        </p:nvSpPr>
        <p:spPr>
          <a:xfrm>
            <a:off x="2164702" y="2537927"/>
            <a:ext cx="1244082" cy="895739"/>
          </a:xfrm>
          <a:prstGeom prst="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</a:t>
            </a:r>
            <a:endParaRPr lang="ja-JP" sz="880" dirty="0"/>
          </a:p>
        </p:txBody>
      </p:sp>
      <p:sp>
        <p:nvSpPr>
          <p:cNvPr id="21" name="ribbon2"/>
          <p:cNvSpPr/>
          <p:nvPr/>
        </p:nvSpPr>
        <p:spPr>
          <a:xfrm>
            <a:off x="3856653" y="2537927"/>
            <a:ext cx="1244082" cy="895739"/>
          </a:xfrm>
          <a:prstGeom prst="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ribbon2</a:t>
            </a:r>
            <a:endParaRPr lang="ja-JP" sz="880" dirty="0"/>
          </a:p>
        </p:txBody>
      </p:sp>
      <p:sp>
        <p:nvSpPr>
          <p:cNvPr id="23" name="rightArrow"/>
          <p:cNvSpPr/>
          <p:nvPr/>
        </p:nvSpPr>
        <p:spPr>
          <a:xfrm>
            <a:off x="5548604" y="2537927"/>
            <a:ext cx="1244082" cy="895739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180" dirty="0"/>
          </a:p>
        </p:txBody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</a:t>
            </a:r>
            <a:endParaRPr lang="ja-JP" sz="880" dirty="0"/>
          </a:p>
        </p:txBody>
      </p:sp>
      <p:sp>
        <p:nvSpPr>
          <p:cNvPr id="25" name="rightArrowCallout"/>
          <p:cNvSpPr/>
          <p:nvPr/>
        </p:nvSpPr>
        <p:spPr>
          <a:xfrm>
            <a:off x="7240555" y="2537927"/>
            <a:ext cx="1244082" cy="895739"/>
          </a:xfrm>
          <a:prstGeom prst="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rightArrowCallout</a:t>
            </a:r>
            <a:endParaRPr lang="ja-JP" sz="880" dirty="0"/>
          </a:p>
        </p:txBody>
      </p:sp>
      <p:sp>
        <p:nvSpPr>
          <p:cNvPr id="27" name="rightBrace"/>
          <p:cNvSpPr/>
          <p:nvPr/>
        </p:nvSpPr>
        <p:spPr>
          <a:xfrm>
            <a:off x="8932506" y="2537927"/>
            <a:ext cx="1244082" cy="895739"/>
          </a:xfrm>
          <a:prstGeom prst="righ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rightBrace</a:t>
            </a:r>
            <a:endParaRPr lang="ja-JP" sz="880" dirty="0"/>
          </a:p>
        </p:txBody>
      </p:sp>
      <p:sp>
        <p:nvSpPr>
          <p:cNvPr id="29" name="rightBracket"/>
          <p:cNvSpPr/>
          <p:nvPr/>
        </p:nvSpPr>
        <p:spPr>
          <a:xfrm>
            <a:off x="10624457" y="2537927"/>
            <a:ext cx="1244082" cy="895739"/>
          </a:xfrm>
          <a:prstGeom prst="righ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rightBracket</a:t>
            </a:r>
            <a:endParaRPr lang="ja-JP" sz="880" dirty="0"/>
          </a:p>
        </p:txBody>
      </p:sp>
      <p:sp>
        <p:nvSpPr>
          <p:cNvPr id="31" name="round1Rect"/>
          <p:cNvSpPr/>
          <p:nvPr/>
        </p:nvSpPr>
        <p:spPr>
          <a:xfrm>
            <a:off x="472751" y="3981061"/>
            <a:ext cx="1244082" cy="895739"/>
          </a:xfrm>
          <a:prstGeom prst="round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round1Rect</a:t>
            </a:r>
            <a:endParaRPr lang="ja-JP" sz="880" dirty="0"/>
          </a:p>
        </p:txBody>
      </p:sp>
      <p:sp>
        <p:nvSpPr>
          <p:cNvPr id="33" name="round2DiagRect"/>
          <p:cNvSpPr/>
          <p:nvPr/>
        </p:nvSpPr>
        <p:spPr>
          <a:xfrm>
            <a:off x="2164702" y="3981061"/>
            <a:ext cx="1244082" cy="895739"/>
          </a:xfrm>
          <a:prstGeom prst="round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round2DiagRect</a:t>
            </a:r>
            <a:endParaRPr lang="ja-JP" sz="880" dirty="0"/>
          </a:p>
        </p:txBody>
      </p:sp>
      <p:sp>
        <p:nvSpPr>
          <p:cNvPr id="35" name="round2SameRect"/>
          <p:cNvSpPr/>
          <p:nvPr/>
        </p:nvSpPr>
        <p:spPr>
          <a:xfrm>
            <a:off x="3856653" y="3981061"/>
            <a:ext cx="1244082" cy="895739"/>
          </a:xfrm>
          <a:prstGeom prst="round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round2SameRect</a:t>
            </a:r>
            <a:endParaRPr lang="ja-JP" sz="880" dirty="0"/>
          </a:p>
        </p:txBody>
      </p:sp>
      <p:sp>
        <p:nvSpPr>
          <p:cNvPr id="37" name="roundRect"/>
          <p:cNvSpPr/>
          <p:nvPr/>
        </p:nvSpPr>
        <p:spPr>
          <a:xfrm>
            <a:off x="5548604" y="3981061"/>
            <a:ext cx="1244082" cy="895739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30"/>
              </a:spcBef>
              <a:spcAft>
                <a:spcPts val="2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角丸</a:t>
            </a:r>
            <a:endParaRPr lang="ja-JP" sz="1180" dirty="0"/>
          </a:p>
        </p:txBody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roundRect</a:t>
            </a:r>
            <a:endParaRPr lang="ja-JP" sz="880" dirty="0"/>
          </a:p>
        </p:txBody>
      </p:sp>
      <p:sp>
        <p:nvSpPr>
          <p:cNvPr id="39" name="rtTriangle"/>
          <p:cNvSpPr/>
          <p:nvPr/>
        </p:nvSpPr>
        <p:spPr>
          <a:xfrm>
            <a:off x="7240555" y="3981061"/>
            <a:ext cx="1244082" cy="895739"/>
          </a:xfrm>
          <a:prstGeom prst="rt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rtTriangle</a:t>
            </a:r>
            <a:endParaRPr lang="ja-JP" sz="880" dirty="0"/>
          </a:p>
        </p:txBody>
      </p:sp>
      <p:sp>
        <p:nvSpPr>
          <p:cNvPr id="41" name="smileyFace"/>
          <p:cNvSpPr/>
          <p:nvPr/>
        </p:nvSpPr>
        <p:spPr>
          <a:xfrm>
            <a:off x="8932506" y="3981061"/>
            <a:ext cx="1244082" cy="895739"/>
          </a:xfrm>
          <a:prstGeom prst="smileyF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smileyFace</a:t>
            </a:r>
            <a:endParaRPr lang="ja-JP" sz="880" dirty="0"/>
          </a:p>
        </p:txBody>
      </p:sp>
      <p:sp>
        <p:nvSpPr>
          <p:cNvPr id="43" name="snip1Rect"/>
          <p:cNvSpPr/>
          <p:nvPr/>
        </p:nvSpPr>
        <p:spPr>
          <a:xfrm>
            <a:off x="10624457" y="3981061"/>
            <a:ext cx="1244082" cy="895739"/>
          </a:xfrm>
          <a:prstGeom prst="snip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snip1Rect</a:t>
            </a:r>
            <a:endParaRPr lang="ja-JP" sz="880" dirty="0"/>
          </a:p>
        </p:txBody>
      </p:sp>
      <p:sp>
        <p:nvSpPr>
          <p:cNvPr id="45" name="snip2DiagRect"/>
          <p:cNvSpPr/>
          <p:nvPr/>
        </p:nvSpPr>
        <p:spPr>
          <a:xfrm>
            <a:off x="472751" y="5424196"/>
            <a:ext cx="1244082" cy="895739"/>
          </a:xfrm>
          <a:prstGeom prst="snip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snip2DiagRect</a:t>
            </a:r>
            <a:endParaRPr lang="ja-JP" sz="880" dirty="0"/>
          </a:p>
        </p:txBody>
      </p:sp>
      <p:sp>
        <p:nvSpPr>
          <p:cNvPr id="47" name="snip2SameRect"/>
          <p:cNvSpPr/>
          <p:nvPr/>
        </p:nvSpPr>
        <p:spPr>
          <a:xfrm>
            <a:off x="2164702" y="5424196"/>
            <a:ext cx="1244082" cy="895739"/>
          </a:xfrm>
          <a:prstGeom prst="snip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snip2SameRect</a:t>
            </a:r>
            <a:endParaRPr lang="ja-JP" sz="880" dirty="0"/>
          </a:p>
        </p:txBody>
      </p:sp>
      <p:sp>
        <p:nvSpPr>
          <p:cNvPr id="49" name="snipRoundRect"/>
          <p:cNvSpPr/>
          <p:nvPr/>
        </p:nvSpPr>
        <p:spPr>
          <a:xfrm>
            <a:off x="3856653" y="5424196"/>
            <a:ext cx="1244082" cy="895739"/>
          </a:xfrm>
          <a:prstGeom prst="snip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snipRoundRect</a:t>
            </a:r>
            <a:endParaRPr lang="ja-JP" sz="880" dirty="0"/>
          </a:p>
        </p:txBody>
      </p:sp>
      <p:sp>
        <p:nvSpPr>
          <p:cNvPr id="51" name="squareTabs"/>
          <p:cNvSpPr/>
          <p:nvPr/>
        </p:nvSpPr>
        <p:spPr>
          <a:xfrm>
            <a:off x="5548604" y="5424196"/>
            <a:ext cx="1244082" cy="895739"/>
          </a:xfrm>
          <a:prstGeom prst="squar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squareTabs</a:t>
            </a:r>
            <a:endParaRPr lang="ja-JP" sz="880" dirty="0"/>
          </a:p>
        </p:txBody>
      </p:sp>
      <p:sp>
        <p:nvSpPr>
          <p:cNvPr id="53" name="star10"/>
          <p:cNvSpPr/>
          <p:nvPr/>
        </p:nvSpPr>
        <p:spPr>
          <a:xfrm>
            <a:off x="7240555" y="5424196"/>
            <a:ext cx="1244082" cy="895739"/>
          </a:xfrm>
          <a:prstGeom prst="star10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star10</a:t>
            </a:r>
            <a:endParaRPr lang="ja-JP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7/7（star12 〜 wedgeRoundRectCallout）</a:t>
            </a:r>
            <a:endParaRPr lang="ja-JP" sz="2940" dirty="0"/>
          </a:p>
        </p:txBody>
      </p:sp>
      <p:sp>
        <p:nvSpPr>
          <p:cNvPr id="3" name="star12"/>
          <p:cNvSpPr/>
          <p:nvPr/>
        </p:nvSpPr>
        <p:spPr>
          <a:xfrm>
            <a:off x="472751" y="1094792"/>
            <a:ext cx="1244082" cy="895739"/>
          </a:xfrm>
          <a:prstGeom prst="star1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star12</a:t>
            </a:r>
            <a:endParaRPr lang="ja-JP" sz="880" dirty="0"/>
          </a:p>
        </p:txBody>
      </p:sp>
      <p:sp>
        <p:nvSpPr>
          <p:cNvPr id="5" name="star16"/>
          <p:cNvSpPr/>
          <p:nvPr/>
        </p:nvSpPr>
        <p:spPr>
          <a:xfrm>
            <a:off x="2164702" y="1094792"/>
            <a:ext cx="1244082" cy="895739"/>
          </a:xfrm>
          <a:prstGeom prst="star1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star16</a:t>
            </a:r>
            <a:endParaRPr lang="ja-JP" sz="880" dirty="0"/>
          </a:p>
        </p:txBody>
      </p:sp>
      <p:sp>
        <p:nvSpPr>
          <p:cNvPr id="7" name="star24"/>
          <p:cNvSpPr/>
          <p:nvPr/>
        </p:nvSpPr>
        <p:spPr>
          <a:xfrm>
            <a:off x="3856653" y="1094792"/>
            <a:ext cx="1244082" cy="895739"/>
          </a:xfrm>
          <a:prstGeom prst="star2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star24</a:t>
            </a:r>
            <a:endParaRPr lang="ja-JP" sz="880" dirty="0"/>
          </a:p>
        </p:txBody>
      </p:sp>
      <p:sp>
        <p:nvSpPr>
          <p:cNvPr id="9" name="star32"/>
          <p:cNvSpPr/>
          <p:nvPr/>
        </p:nvSpPr>
        <p:spPr>
          <a:xfrm>
            <a:off x="5548604" y="1094792"/>
            <a:ext cx="1244082" cy="895739"/>
          </a:xfrm>
          <a:prstGeom prst="star3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star32</a:t>
            </a:r>
            <a:endParaRPr lang="ja-JP" sz="880" dirty="0"/>
          </a:p>
        </p:txBody>
      </p:sp>
      <p:sp>
        <p:nvSpPr>
          <p:cNvPr id="11" name="star4"/>
          <p:cNvSpPr/>
          <p:nvPr/>
        </p:nvSpPr>
        <p:spPr>
          <a:xfrm>
            <a:off x="7240555" y="1094792"/>
            <a:ext cx="1244082" cy="895739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star4</a:t>
            </a:r>
            <a:endParaRPr lang="ja-JP" sz="880" dirty="0"/>
          </a:p>
        </p:txBody>
      </p:sp>
      <p:sp>
        <p:nvSpPr>
          <p:cNvPr id="13" name="star5"/>
          <p:cNvSpPr/>
          <p:nvPr/>
        </p:nvSpPr>
        <p:spPr>
          <a:xfrm>
            <a:off x="8932506" y="1094792"/>
            <a:ext cx="1244082" cy="895739"/>
          </a:xfrm>
          <a:prstGeom prst="sta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690"/>
              </a:spcBef>
              <a:spcAft>
                <a:spcPts val="16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星</a:t>
            </a:r>
            <a:endParaRPr lang="ja-JP" sz="1180" dirty="0"/>
          </a:p>
        </p:txBody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star5</a:t>
            </a:r>
            <a:endParaRPr lang="ja-JP" sz="880" dirty="0"/>
          </a:p>
        </p:txBody>
      </p:sp>
      <p:sp>
        <p:nvSpPr>
          <p:cNvPr id="15" name="star6"/>
          <p:cNvSpPr/>
          <p:nvPr/>
        </p:nvSpPr>
        <p:spPr>
          <a:xfrm>
            <a:off x="10624457" y="1094792"/>
            <a:ext cx="1244082" cy="895739"/>
          </a:xfrm>
          <a:prstGeom prst="st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star6</a:t>
            </a:r>
            <a:endParaRPr lang="ja-JP" sz="880" dirty="0"/>
          </a:p>
        </p:txBody>
      </p:sp>
      <p:sp>
        <p:nvSpPr>
          <p:cNvPr id="17" name="star7"/>
          <p:cNvSpPr/>
          <p:nvPr/>
        </p:nvSpPr>
        <p:spPr>
          <a:xfrm>
            <a:off x="472751" y="2537927"/>
            <a:ext cx="1244082" cy="895739"/>
          </a:xfrm>
          <a:prstGeom prst="star7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star7</a:t>
            </a:r>
            <a:endParaRPr lang="ja-JP" sz="880" dirty="0"/>
          </a:p>
        </p:txBody>
      </p:sp>
      <p:sp>
        <p:nvSpPr>
          <p:cNvPr id="19" name="star8"/>
          <p:cNvSpPr/>
          <p:nvPr/>
        </p:nvSpPr>
        <p:spPr>
          <a:xfrm>
            <a:off x="2164702" y="2537927"/>
            <a:ext cx="1244082" cy="895739"/>
          </a:xfrm>
          <a:prstGeom prst="star8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star8</a:t>
            </a:r>
            <a:endParaRPr lang="ja-JP" sz="880" dirty="0"/>
          </a:p>
        </p:txBody>
      </p:sp>
      <p:sp>
        <p:nvSpPr>
          <p:cNvPr id="21" name="straightConnector1"/>
          <p:cNvSpPr/>
          <p:nvPr/>
        </p:nvSpPr>
        <p:spPr>
          <a:xfrm>
            <a:off x="3856653" y="2537927"/>
            <a:ext cx="1244082" cy="895739"/>
          </a:xfrm>
          <a:prstGeom prst="straightConnector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straightConnector1</a:t>
            </a:r>
            <a:endParaRPr lang="ja-JP" sz="880" dirty="0"/>
          </a:p>
        </p:txBody>
      </p:sp>
      <p:sp>
        <p:nvSpPr>
          <p:cNvPr id="23" name="stripedRightArrow"/>
          <p:cNvSpPr/>
          <p:nvPr/>
        </p:nvSpPr>
        <p:spPr>
          <a:xfrm>
            <a:off x="5548604" y="2537927"/>
            <a:ext cx="1244082" cy="895739"/>
          </a:xfrm>
          <a:prstGeom prst="strip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stripedRightArrow</a:t>
            </a:r>
            <a:endParaRPr lang="ja-JP" sz="880" dirty="0"/>
          </a:p>
        </p:txBody>
      </p:sp>
      <p:sp>
        <p:nvSpPr>
          <p:cNvPr id="25" name="sun"/>
          <p:cNvSpPr/>
          <p:nvPr/>
        </p:nvSpPr>
        <p:spPr>
          <a:xfrm>
            <a:off x="7240555" y="2537927"/>
            <a:ext cx="1244082" cy="895739"/>
          </a:xfrm>
          <a:prstGeom prst="su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sun</a:t>
            </a:r>
            <a:endParaRPr lang="ja-JP" sz="880" dirty="0"/>
          </a:p>
        </p:txBody>
      </p:sp>
      <p:sp>
        <p:nvSpPr>
          <p:cNvPr id="27" name="swooshArrow"/>
          <p:cNvSpPr/>
          <p:nvPr/>
        </p:nvSpPr>
        <p:spPr>
          <a:xfrm>
            <a:off x="8932506" y="2537927"/>
            <a:ext cx="1244082" cy="895739"/>
          </a:xfrm>
          <a:prstGeom prst="swoosh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swooshArrow</a:t>
            </a:r>
            <a:endParaRPr lang="ja-JP" sz="880" dirty="0"/>
          </a:p>
        </p:txBody>
      </p:sp>
      <p:sp>
        <p:nvSpPr>
          <p:cNvPr id="29" name="teardrop"/>
          <p:cNvSpPr/>
          <p:nvPr/>
        </p:nvSpPr>
        <p:spPr>
          <a:xfrm>
            <a:off x="10624457" y="2537927"/>
            <a:ext cx="1244082" cy="895739"/>
          </a:xfrm>
          <a:prstGeom prst="teardro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teardrop</a:t>
            </a:r>
            <a:endParaRPr lang="ja-JP" sz="880" dirty="0"/>
          </a:p>
        </p:txBody>
      </p:sp>
      <p:sp>
        <p:nvSpPr>
          <p:cNvPr id="31" name="trapezoid"/>
          <p:cNvSpPr/>
          <p:nvPr/>
        </p:nvSpPr>
        <p:spPr>
          <a:xfrm>
            <a:off x="472751" y="3981061"/>
            <a:ext cx="1244082" cy="895739"/>
          </a:xfrm>
          <a:prstGeom prst="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trapezoid</a:t>
            </a:r>
            <a:endParaRPr lang="ja-JP" sz="880" dirty="0"/>
          </a:p>
        </p:txBody>
      </p:sp>
      <p:sp>
        <p:nvSpPr>
          <p:cNvPr id="33" name="triangle"/>
          <p:cNvSpPr/>
          <p:nvPr/>
        </p:nvSpPr>
        <p:spPr>
          <a:xfrm>
            <a:off x="2164702" y="3981061"/>
            <a:ext cx="1244082" cy="895739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353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triangle</a:t>
            </a:r>
            <a:endParaRPr lang="ja-JP" sz="880" dirty="0"/>
          </a:p>
        </p:txBody>
      </p:sp>
      <p:sp>
        <p:nvSpPr>
          <p:cNvPr id="35" name="upArrow"/>
          <p:cNvSpPr/>
          <p:nvPr/>
        </p:nvSpPr>
        <p:spPr>
          <a:xfrm>
            <a:off x="3856653" y="3981061"/>
            <a:ext cx="1244082" cy="895739"/>
          </a:xfrm>
          <a:prstGeom prst="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</a:t>
            </a:r>
            <a:endParaRPr lang="ja-JP" sz="880" dirty="0"/>
          </a:p>
        </p:txBody>
      </p:sp>
      <p:sp>
        <p:nvSpPr>
          <p:cNvPr id="37" name="upArrowCallout"/>
          <p:cNvSpPr/>
          <p:nvPr/>
        </p:nvSpPr>
        <p:spPr>
          <a:xfrm>
            <a:off x="5548604" y="3981061"/>
            <a:ext cx="1244082" cy="895739"/>
          </a:xfrm>
          <a:prstGeom prst="up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upArrowCallout</a:t>
            </a:r>
            <a:endParaRPr lang="ja-JP" sz="880" dirty="0"/>
          </a:p>
        </p:txBody>
      </p:sp>
      <p:sp>
        <p:nvSpPr>
          <p:cNvPr id="39" name="upDownArrow"/>
          <p:cNvSpPr/>
          <p:nvPr/>
        </p:nvSpPr>
        <p:spPr>
          <a:xfrm>
            <a:off x="7240555" y="3981061"/>
            <a:ext cx="1244082" cy="895739"/>
          </a:xfrm>
          <a:prstGeom prst="up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</a:t>
            </a:r>
            <a:endParaRPr lang="ja-JP" sz="880" dirty="0"/>
          </a:p>
        </p:txBody>
      </p:sp>
      <p:sp>
        <p:nvSpPr>
          <p:cNvPr id="41" name="upDownArrowCallout"/>
          <p:cNvSpPr/>
          <p:nvPr/>
        </p:nvSpPr>
        <p:spPr>
          <a:xfrm>
            <a:off x="8932506" y="3981061"/>
            <a:ext cx="1244082" cy="895739"/>
          </a:xfrm>
          <a:prstGeom prst="up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upDownArrowCallout</a:t>
            </a:r>
            <a:endParaRPr lang="ja-JP" sz="880" dirty="0"/>
          </a:p>
        </p:txBody>
      </p:sp>
      <p:sp>
        <p:nvSpPr>
          <p:cNvPr id="43" name="uturnArrow"/>
          <p:cNvSpPr/>
          <p:nvPr/>
        </p:nvSpPr>
        <p:spPr>
          <a:xfrm>
            <a:off x="10624457" y="3981061"/>
            <a:ext cx="1244082" cy="895739"/>
          </a:xfrm>
          <a:prstGeom prst="utur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uturnArrow</a:t>
            </a:r>
            <a:endParaRPr lang="ja-JP" sz="880" dirty="0"/>
          </a:p>
        </p:txBody>
      </p:sp>
      <p:sp>
        <p:nvSpPr>
          <p:cNvPr id="45" name="verticalScroll"/>
          <p:cNvSpPr/>
          <p:nvPr/>
        </p:nvSpPr>
        <p:spPr>
          <a:xfrm>
            <a:off x="472751" y="5424196"/>
            <a:ext cx="1244082" cy="895739"/>
          </a:xfrm>
          <a:prstGeom prst="vertic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verticalScroll</a:t>
            </a:r>
            <a:endParaRPr lang="ja-JP" sz="880" dirty="0"/>
          </a:p>
        </p:txBody>
      </p:sp>
      <p:sp>
        <p:nvSpPr>
          <p:cNvPr id="47" name="wave"/>
          <p:cNvSpPr/>
          <p:nvPr/>
        </p:nvSpPr>
        <p:spPr>
          <a:xfrm>
            <a:off x="2164702" y="5424196"/>
            <a:ext cx="1244082" cy="895739"/>
          </a:xfrm>
          <a:prstGeom prst="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wave</a:t>
            </a:r>
            <a:endParaRPr lang="ja-JP" sz="880" dirty="0"/>
          </a:p>
        </p:txBody>
      </p:sp>
      <p:sp>
        <p:nvSpPr>
          <p:cNvPr id="49" name="wedgeEllipseCallout"/>
          <p:cNvSpPr/>
          <p:nvPr/>
        </p:nvSpPr>
        <p:spPr>
          <a:xfrm>
            <a:off x="3856653" y="5424196"/>
            <a:ext cx="1244082" cy="895739"/>
          </a:xfrm>
          <a:prstGeom prst="wedgeEllipse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wedgeEllipseCallout</a:t>
            </a:r>
            <a:endParaRPr lang="ja-JP" sz="880" dirty="0"/>
          </a:p>
        </p:txBody>
      </p:sp>
      <p:sp>
        <p:nvSpPr>
          <p:cNvPr id="51" name="wedgeRectCallout"/>
          <p:cNvSpPr/>
          <p:nvPr/>
        </p:nvSpPr>
        <p:spPr>
          <a:xfrm>
            <a:off x="5548604" y="5424196"/>
            <a:ext cx="1244082" cy="895739"/>
          </a:xfrm>
          <a:prstGeom prst="wedge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</a:t>
            </a:r>
            <a:endParaRPr lang="ja-JP" sz="1180" dirty="0"/>
          </a:p>
        </p:txBody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wedgeRectCallout</a:t>
            </a:r>
            <a:endParaRPr lang="ja-JP" sz="880" dirty="0"/>
          </a:p>
        </p:txBody>
      </p:sp>
      <p:sp>
        <p:nvSpPr>
          <p:cNvPr id="53" name="wedgeRoundRectCallout"/>
          <p:cNvSpPr/>
          <p:nvPr/>
        </p:nvSpPr>
        <p:spPr>
          <a:xfrm>
            <a:off x="7240555" y="5424196"/>
            <a:ext cx="1244082" cy="895739"/>
          </a:xfrm>
          <a:prstGeom prst="wedgeRound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wedgeRoundRectCallout</a:t>
            </a:r>
            <a:endParaRPr lang="ja-JP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見本: 調整値・反転・矢じり・文字の枠</a:t>
            </a:r>
            <a:endParaRPr lang="ja-JP" sz="2940" dirty="0"/>
          </a:p>
        </p:txBody>
      </p:sp>
      <p:sp>
        <p:nvSpPr>
          <p:cNvPr id="3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860"/>
              </a:spcBef>
              <a:spcAft>
                <a:spcPts val="8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50000</a:t>
            </a:r>
            <a:endParaRPr lang="ja-JP" sz="1180" dirty="0"/>
          </a:p>
        </p:txBody>
      </p:sp>
      <p:sp>
        <p:nvSpPr>
          <p:cNvPr id="4" name="adj-rightArrow"/>
          <p:cNvSpPr/>
          <p:nvPr/>
        </p:nvSpPr>
        <p:spPr>
          <a:xfrm>
            <a:off x="2114939" y="995265"/>
            <a:ext cx="1492898" cy="746449"/>
          </a:xfrm>
          <a:prstGeom prst="rightArrow">
            <a:avLst>
              <a:gd name="adj1" fmla="val 80000"/>
              <a:gd name="adj2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90"/>
              </a:spcBef>
              <a:spcAft>
                <a:spcPts val="5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太い柄</a:t>
            </a:r>
            <a:endParaRPr lang="ja-JP" sz="1180" dirty="0"/>
          </a:p>
        </p:txBody>
      </p:sp>
      <p:sp>
        <p:nvSpPr>
          <p:cNvPr id="5" name="adj-star5"/>
          <p:cNvSpPr/>
          <p:nvPr/>
        </p:nvSpPr>
        <p:spPr>
          <a:xfrm>
            <a:off x="3856653" y="933061"/>
            <a:ext cx="870857" cy="870857"/>
          </a:xfrm>
          <a:prstGeom prst="star5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adj-donut"/>
          <p:cNvSpPr/>
          <p:nvPr/>
        </p:nvSpPr>
        <p:spPr>
          <a:xfrm>
            <a:off x="4976327" y="933061"/>
            <a:ext cx="870857" cy="870857"/>
          </a:xfrm>
          <a:prstGeom prst="donut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flipH-rightArrow"/>
          <p:cNvSpPr/>
          <p:nvPr/>
        </p:nvSpPr>
        <p:spPr>
          <a:xfrm flipH="1">
            <a:off x="6220408" y="995265"/>
            <a:ext cx="1492898" cy="746449"/>
          </a:xfrm>
          <a:prstGeom prst="rightArrow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470"/>
              </a:spcBef>
              <a:spcAft>
                <a:spcPts val="14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左へ</a:t>
            </a:r>
            <a:endParaRPr lang="ja-JP" sz="1180" dirty="0"/>
          </a:p>
        </p:txBody>
      </p:sp>
      <p:sp>
        <p:nvSpPr>
          <p:cNvPr id="8" name="flipH-rtTriangle"/>
          <p:cNvSpPr/>
          <p:nvPr/>
        </p:nvSpPr>
        <p:spPr>
          <a:xfrm flipH="1">
            <a:off x="7962122" y="870857"/>
            <a:ext cx="1119673" cy="995265"/>
          </a:xfrm>
          <a:prstGeom prst="rt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flipV-triangle"/>
          <p:cNvSpPr/>
          <p:nvPr/>
        </p:nvSpPr>
        <p:spPr>
          <a:xfrm flipV="1">
            <a:off x="9330612" y="870857"/>
            <a:ext cx="1244082" cy="995265"/>
          </a:xfrm>
          <a:prstGeom prst="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Aft>
                <a:spcPts val="392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上下</a:t>
            </a:r>
            <a:endParaRPr lang="ja-JP" sz="1180" dirty="0"/>
          </a:p>
        </p:txBody>
      </p:sp>
      <p:sp>
        <p:nvSpPr>
          <p:cNvPr id="10" name="flipHV-homePlate"/>
          <p:cNvSpPr/>
          <p:nvPr/>
        </p:nvSpPr>
        <p:spPr>
          <a:xfrm flipH="1" flipV="1">
            <a:off x="10699102" y="995265"/>
            <a:ext cx="1244082" cy="746449"/>
          </a:xfrm>
          <a:prstGeom prst="homePlat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両方</a:t>
            </a:r>
            <a:endParaRPr lang="ja-JP" sz="1180" dirty="0"/>
          </a:p>
        </p:txBody>
      </p:sp>
      <p:sp>
        <p:nvSpPr>
          <p:cNvPr id="11" name="Text 10"/>
          <p:cNvSpPr txBox="1"/>
          <p:nvPr/>
        </p:nvSpPr>
        <p:spPr>
          <a:xfrm>
            <a:off x="373224" y="1990531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行目: 調整値（角丸 50000・矢印の柄・星の谷・ドーナツの穴）と反転（左右・左右・上下で文字が 180 度・両方）</a:t>
            </a:r>
            <a:endParaRPr lang="ja-JP" sz="1080" dirty="0"/>
          </a:p>
        </p:txBody>
      </p:sp>
      <p:sp>
        <p:nvSpPr>
          <p:cNvPr id="12" name="conn-bent3"/>
          <p:cNvSpPr/>
          <p:nvPr/>
        </p:nvSpPr>
        <p:spPr>
          <a:xfrm>
            <a:off x="373224" y="2488163"/>
            <a:ext cx="2488163" cy="1244082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triangle"/>
          </a:ln>
        </p:spPr>
      </p:sp>
      <p:sp>
        <p:nvSpPr>
          <p:cNvPr id="13" name="conn-curved3"/>
          <p:cNvSpPr/>
          <p:nvPr/>
        </p:nvSpPr>
        <p:spPr>
          <a:xfrm flipV="1">
            <a:off x="3234612" y="2488163"/>
            <a:ext cx="2488163" cy="1244082"/>
          </a:xfrm>
          <a:prstGeom prst="curved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arrow"/>
          </a:ln>
        </p:spPr>
      </p:sp>
      <p:sp>
        <p:nvSpPr>
          <p:cNvPr id="14" name="conn-straight1"/>
          <p:cNvSpPr/>
          <p:nvPr/>
        </p:nvSpPr>
        <p:spPr>
          <a:xfrm>
            <a:off x="6096000" y="2488163"/>
            <a:ext cx="1990531" cy="1244082"/>
          </a:xfrm>
          <a:prstGeom prst="straightConnector1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  <a:headEnd type="diamond"/>
            <a:tailEnd type="arrow"/>
          </a:ln>
        </p:spPr>
      </p:sp>
      <p:sp>
        <p:nvSpPr>
          <p:cNvPr id="15" name="arc-half"/>
          <p:cNvSpPr/>
          <p:nvPr/>
        </p:nvSpPr>
        <p:spPr>
          <a:xfrm>
            <a:off x="8584163" y="2488163"/>
            <a:ext cx="1492898" cy="1244082"/>
          </a:xfrm>
          <a:prstGeom prst="arc">
            <a:avLst>
              <a:gd name="adj1" fmla="val 10800000"/>
              <a:gd name="adj2" fmla="val 0"/>
            </a:avLst>
          </a:prstGeom>
          <a:solidFill>
            <a:srgbClr val="FFFFFF"/>
          </a:solidFill>
          <a:ln w="36830">
            <a:solidFill>
              <a:srgbClr val="7C3AED"/>
            </a:solidFill>
            <a:prstDash val="solid"/>
            <a:tailEnd type="stealth"/>
          </a:ln>
        </p:spPr>
      </p:sp>
      <p:sp>
        <p:nvSpPr>
          <p:cNvPr id="16" name="brace"/>
          <p:cNvSpPr/>
          <p:nvPr/>
        </p:nvSpPr>
        <p:spPr>
          <a:xfrm>
            <a:off x="10574694" y="2488163"/>
            <a:ext cx="497633" cy="1244082"/>
          </a:xfrm>
          <a:prstGeom prst="leftBrac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6"/>
          <p:cNvSpPr txBox="1"/>
          <p:nvPr/>
        </p:nvSpPr>
        <p:spPr>
          <a:xfrm>
            <a:off x="373224" y="3856653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行目: 矢じり（折れ線は oval と triangle、上下反転の曲線は arrow、細い直線は diamond と arrow、円弧は stealth）と中かっこ</a:t>
            </a:r>
            <a:endParaRPr lang="ja-JP" sz="1080" dirty="0"/>
          </a:p>
        </p:txBody>
      </p:sp>
      <p:sp>
        <p:nvSpPr>
          <p:cNvPr id="18" name="text-ellipse"/>
          <p:cNvSpPr/>
          <p:nvPr/>
        </p:nvSpPr>
        <p:spPr>
          <a:xfrm>
            <a:off x="373224" y="4354286"/>
            <a:ext cx="2736980" cy="1866122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150"/>
              </a:spcBef>
              <a:spcAft>
                <a:spcPts val="215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楕円の文字の枠は内接する矩形。長い文は枠の中で折り返す</a:t>
            </a:r>
            <a:endParaRPr lang="ja-JP" sz="1370" dirty="0"/>
          </a:p>
        </p:txBody>
      </p:sp>
      <p:sp>
        <p:nvSpPr>
          <p:cNvPr id="19" name="text-triangle"/>
          <p:cNvSpPr/>
          <p:nvPr/>
        </p:nvSpPr>
        <p:spPr>
          <a:xfrm>
            <a:off x="3483429" y="4354286"/>
            <a:ext cx="2736980" cy="1866122"/>
          </a:xfrm>
          <a:prstGeom prst="triangl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7350"/>
              </a:spcBef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三角の文字は下半分</a:t>
            </a:r>
            <a:endParaRPr lang="ja-JP" sz="1370" dirty="0"/>
          </a:p>
        </p:txBody>
      </p:sp>
      <p:sp>
        <p:nvSpPr>
          <p:cNvPr id="20" name="text-callout"/>
          <p:cNvSpPr/>
          <p:nvPr/>
        </p:nvSpPr>
        <p:spPr>
          <a:xfrm>
            <a:off x="6593633" y="4354286"/>
            <a:ext cx="2239347" cy="1119673"/>
          </a:xfrm>
          <a:prstGeom prst="wedgeRoundRectCallout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430"/>
              </a:spcBef>
              <a:spcAft>
                <a:spcPts val="43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吹き出し（上寄せ）</a:t>
            </a:r>
            <a:endParaRPr lang="ja-JP" sz="1370" dirty="0"/>
          </a:p>
        </p:txBody>
      </p:sp>
      <p:sp>
        <p:nvSpPr>
          <p:cNvPr id="21" name="text-ellipse-auto"/>
          <p:cNvSpPr/>
          <p:nvPr/>
        </p:nvSpPr>
        <p:spPr>
          <a:xfrm>
            <a:off x="9206204" y="4354286"/>
            <a:ext cx="2736980" cy="522514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 だけは枠全体</a:t>
            </a:r>
            <a:br/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高さは中身の 2 行で決まる</a:t>
            </a:r>
            <a:endParaRPr lang="ja-JP" sz="1370" dirty="0"/>
          </a:p>
        </p:txBody>
      </p:sp>
      <p:sp>
        <p:nvSpPr>
          <p:cNvPr id="22" name="rot-wauto"/>
          <p:cNvSpPr/>
          <p:nvPr/>
        </p:nvSpPr>
        <p:spPr>
          <a:xfrm rot="1800000">
            <a:off x="9455020" y="5473959"/>
            <a:ext cx="1418253" cy="746449"/>
          </a:xfrm>
          <a:prstGeom prst="hexagon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回転と実測の幅</a:t>
            </a:r>
            <a:endParaRPr lang="ja-JP" sz="1370" dirty="0"/>
          </a:p>
        </p:txBody>
      </p:sp>
      <p:sp>
        <p:nvSpPr>
          <p:cNvPr id="23" name="honly-star4"/>
          <p:cNvSpPr/>
          <p:nvPr/>
        </p:nvSpPr>
        <p:spPr>
          <a:xfrm>
            <a:off x="6593633" y="5847184"/>
            <a:ext cx="1318727" cy="497633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四つ星の中の長い文</a:t>
            </a:r>
            <a:endParaRPr lang="ja-JP" sz="980" dirty="0"/>
          </a:p>
        </p:txBody>
      </p:sp>
      <p:sp>
        <p:nvSpPr>
          <p:cNvPr id="24" name="honly-pie"/>
          <p:cNvSpPr/>
          <p:nvPr/>
        </p:nvSpPr>
        <p:spPr>
          <a:xfrm>
            <a:off x="8335347" y="5946710"/>
            <a:ext cx="323461" cy="298580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</a:t>
            </a:r>
            <a:endParaRPr lang="ja-JP" sz="980" dirty="0"/>
          </a:p>
        </p:txBody>
      </p:sp>
      <p:sp>
        <p:nvSpPr>
          <p:cNvPr id="25" name="Text 24"/>
          <p:cNvSpPr txBox="1"/>
          <p:nvPr/>
        </p:nvSpPr>
        <p:spPr>
          <a:xfrm>
            <a:off x="373224" y="6369698"/>
            <a:ext cx="5971592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行目: 文字の枠（楕円は内接矩形、三角は下半分）は w と h の両方があるときだけ。w だけ・h だけ（右の楕円・六角形・四つ星・扇形）は枠全体に置き、幅や高さは中身で決まる</a:t>
            </a:r>
            <a:endParaRPr lang="ja-JP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境界の入力: 調整値の丸めと範囲外・知らない矢じりと図形</a:t>
            </a:r>
            <a:endParaRPr lang="ja-JP" sz="2940" dirty="0"/>
          </a:p>
        </p:txBody>
      </p:sp>
      <p:sp>
        <p:nvSpPr>
          <p:cNvPr id="3" name="edge-big"/>
          <p:cNvSpPr/>
          <p:nvPr/>
        </p:nvSpPr>
        <p:spPr>
          <a:xfrm>
            <a:off x="373224" y="1119673"/>
            <a:ext cx="1866122" cy="995265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960"/>
              </a:spcBef>
              <a:spcAft>
                <a:spcPts val="196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範囲外は既定</a:t>
            </a:r>
            <a:endParaRPr lang="ja-JP" sz="1080" dirty="0"/>
          </a:p>
        </p:txBody>
      </p:sp>
      <p:sp>
        <p:nvSpPr>
          <p:cNvPr id="4" name="edge-frac"/>
          <p:cNvSpPr/>
          <p:nvPr/>
        </p:nvSpPr>
        <p:spPr>
          <a:xfrm>
            <a:off x="2736980" y="1119673"/>
            <a:ext cx="1866122" cy="995265"/>
          </a:xfrm>
          <a:prstGeom prst="wedgeRectCallout">
            <a:avLst>
              <a:gd name="adj1" fmla="val 0"/>
              <a:gd name="adj2" fmla="val 800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小数は丸め</a:t>
            </a:r>
            <a:endParaRPr lang="ja-JP" sz="1080" dirty="0"/>
          </a:p>
        </p:txBody>
      </p:sp>
      <p:sp>
        <p:nvSpPr>
          <p:cNvPr id="5" name="edge-circ"/>
          <p:cNvSpPr/>
          <p:nvPr/>
        </p:nvSpPr>
        <p:spPr>
          <a:xfrm>
            <a:off x="5100735" y="995265"/>
            <a:ext cx="1492898" cy="1244082"/>
          </a:xfrm>
          <a:prstGeom prst="circularArrow">
            <a:avLst>
              <a:gd name="adj5" fmla="val 125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edge-blockarc"/>
          <p:cNvSpPr/>
          <p:nvPr/>
        </p:nvSpPr>
        <p:spPr>
          <a:xfrm>
            <a:off x="7091265" y="995265"/>
            <a:ext cx="1492898" cy="1244082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edge-huge"/>
          <p:cNvSpPr/>
          <p:nvPr/>
        </p:nvSpPr>
        <p:spPr>
          <a:xfrm>
            <a:off x="9206204" y="995265"/>
            <a:ext cx="1244082" cy="1244082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edge-str"/>
          <p:cNvSpPr/>
          <p:nvPr/>
        </p:nvSpPr>
        <p:spPr>
          <a:xfrm>
            <a:off x="373224" y="2861388"/>
            <a:ext cx="1244082" cy="1244082"/>
          </a:xfrm>
          <a:prstGeom prst="star5">
            <a:avLst>
              <a:gd name="hf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edge-rr-big"/>
          <p:cNvSpPr/>
          <p:nvPr/>
        </p:nvSpPr>
        <p:spPr>
          <a:xfrm>
            <a:off x="2114939" y="2985796"/>
            <a:ext cx="1866122" cy="995265"/>
          </a:xfrm>
          <a:prstGeom prst="roundRect">
            <a:avLst>
              <a:gd name="adj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70"/>
              </a:spcBef>
              <a:spcAft>
                <a:spcPts val="57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radius 20</a:t>
            </a:r>
            <a:endParaRPr lang="ja-JP" sz="1080" dirty="0"/>
          </a:p>
        </p:txBody>
      </p:sp>
      <p:sp>
        <p:nvSpPr>
          <p:cNvPr id="10" name="edge-rr-neg"/>
          <p:cNvSpPr/>
          <p:nvPr/>
        </p:nvSpPr>
        <p:spPr>
          <a:xfrm>
            <a:off x="4478694" y="2985796"/>
            <a:ext cx="1866122" cy="995265"/>
          </a:xfrm>
          <a:prstGeom prst="roundRect">
            <a:avLst>
              <a:gd name="adj" fmla="val 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-0.4</a:t>
            </a:r>
            <a:endParaRPr lang="ja-JP" sz="1080" dirty="0"/>
          </a:p>
        </p:txBody>
      </p:sp>
      <p:sp>
        <p:nvSpPr>
          <p:cNvPr id="11" name="edge-unknown"/>
          <p:cNvSpPr/>
          <p:nvPr/>
        </p:nvSpPr>
        <p:spPr>
          <a:xfrm>
            <a:off x="6842449" y="2985796"/>
            <a:ext cx="1866122" cy="995265"/>
          </a:xfrm>
          <a:prstGeom prst="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知らない図形</a:t>
            </a:r>
            <a:endParaRPr lang="ja-JP" sz="1080" dirty="0"/>
          </a:p>
        </p:txBody>
      </p:sp>
      <p:sp>
        <p:nvSpPr>
          <p:cNvPr id="12" name="edge-bogus"/>
          <p:cNvSpPr/>
          <p:nvPr/>
        </p:nvSpPr>
        <p:spPr>
          <a:xfrm>
            <a:off x="9206204" y="2985796"/>
            <a:ext cx="2239347" cy="995265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arrow"/>
          </a:ln>
        </p:spPr>
      </p:sp>
      <p:cxnSp>
        <p:nvCxnSpPr>
          <p:cNvPr id="13" name="edge-line-bogus"/>
          <p:cNvCxnSpPr/>
          <p:nvPr/>
        </p:nvCxnSpPr>
        <p:spPr>
          <a:xfrm>
            <a:off x="373224" y="4727510"/>
            <a:ext cx="3732245" cy="497633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arrow"/>
            <a:tailEnd type="stealth"/>
          </a:ln>
        </p:spPr>
      </p:cxnSp>
      <p:sp>
        <p:nvSpPr>
          <p:cNvPr id="14" name="edge-arc-frac"/>
          <p:cNvSpPr/>
          <p:nvPr/>
        </p:nvSpPr>
        <p:spPr>
          <a:xfrm>
            <a:off x="4727510" y="4478694"/>
            <a:ext cx="1492898" cy="1244082"/>
          </a:xfrm>
          <a:prstGeom prst="arc">
            <a:avLst>
              <a:gd name="adj1" fmla="val 16200001"/>
              <a:gd name="adj2" fmla="val 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diamond"/>
          </a:ln>
        </p:spPr>
      </p:sp>
      <p:sp>
        <p:nvSpPr>
          <p:cNvPr id="15" name="Text 14"/>
          <p:cNvSpPr txBox="1"/>
          <p:nvPr/>
        </p:nvSpPr>
        <p:spPr>
          <a:xfrm>
            <a:off x="373224" y="5971592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調整値は Slidev でも PPTX と同じく、定義に無い名前・数でない値・丸めて 32 bit 整数の範囲外を捨て、整数に丸めて使う。知らない矢じりは arrow、知らない図形は rect</a:t>
            </a:r>
            <a:endParaRPr lang="ja-JP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2026-09-14T05:44:30Z</dcterms:created>
  <dcterms:modified xsi:type="dcterms:W3CDTF">2026-09-14T05:44:30Z</dcterms:modified>
</cp:coreProperties>
</file>