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8"/>
  </p:notesMasterIdLst>
  <p:sldIdLst>
    <p:sldId id="256" r:id="rId2"/>
    <p:sldId id="257" r:id="rId3"/>
    <p:sldId id="258" r:id="rId4"/>
    <p:sldId id="259" r:id="rId5"/>
    <p:sldId id="260" r:id="rId6"/>
    <p:sldId id="261" r:id="rId7"/>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4" d="100"/>
          <a:sy n="74" d="100"/>
        </p:scale>
        <p:origin x="57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charts/_rels/chart1.xml.rels><?xml version="1.0" encoding="UTF-8" standalone="yes"?>
<Relationships xmlns="http://schemas.openxmlformats.org/package/2006/relationships"><Relationship Id="rId3" Type="http://schemas.openxmlformats.org/officeDocument/2006/relationships/oleObject" Target="file:///C:\Users\tkikuchi\Documents\&#29983;&#27963;&#19978;\&#26126;&#22823;&#26989;&#21209;&#29992;\PowerPoint\&#20316;&#26989;&#12501;&#12457;&#12523;&#12480;\20200420\&#26126;&#27835;&#22823;&#23398;&#12487;&#12540;&#12479;.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Users\tkikuchi\Documents\&#29983;&#27963;&#19978;\&#26126;&#22823;&#26989;&#21209;&#29992;\PowerPoint\&#20316;&#26989;&#12501;&#12457;&#12523;&#12480;\20200420\&#26126;&#27835;&#22823;&#23398;&#12487;&#12540;&#12479;.xlsx" TargetMode="External"/><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cap="all" baseline="0">
                <a:solidFill>
                  <a:schemeClr val="tx1">
                    <a:lumMod val="65000"/>
                    <a:lumOff val="35000"/>
                  </a:schemeClr>
                </a:solidFill>
                <a:latin typeface="+mn-lt"/>
                <a:ea typeface="+mn-ea"/>
                <a:cs typeface="+mn-cs"/>
              </a:defRPr>
            </a:pPr>
            <a:r>
              <a:rPr lang="ja-JP"/>
              <a:t>学生数（男女比率）</a:t>
            </a:r>
          </a:p>
        </c:rich>
      </c:tx>
      <c:layout/>
      <c:overlay val="0"/>
      <c:spPr>
        <a:noFill/>
        <a:ln>
          <a:noFill/>
        </a:ln>
        <a:effectLst/>
      </c:spPr>
      <c:txPr>
        <a:bodyPr rot="0" spcFirstLastPara="1" vertOverflow="ellipsis" vert="horz" wrap="square" anchor="ctr" anchorCtr="1"/>
        <a:lstStyle/>
        <a:p>
          <a:pPr>
            <a:defRPr sz="1600" b="1" i="0" u="none" strike="noStrike" kern="1200" cap="all" baseline="0">
              <a:solidFill>
                <a:schemeClr val="tx1">
                  <a:lumMod val="65000"/>
                  <a:lumOff val="35000"/>
                </a:schemeClr>
              </a:solidFill>
              <a:latin typeface="+mn-lt"/>
              <a:ea typeface="+mn-ea"/>
              <a:cs typeface="+mn-cs"/>
            </a:defRPr>
          </a:pPr>
          <a:endParaRPr lang="ja-JP"/>
        </a:p>
      </c:txPr>
    </c:title>
    <c:autoTitleDeleted val="0"/>
    <c:plotArea>
      <c:layout/>
      <c:pieChart>
        <c:varyColors val="1"/>
        <c:ser>
          <c:idx val="0"/>
          <c:order val="0"/>
          <c:dPt>
            <c:idx val="0"/>
            <c:bubble3D val="0"/>
            <c:spPr>
              <a:solidFill>
                <a:schemeClr val="accent1"/>
              </a:solidFill>
              <a:ln>
                <a:noFill/>
              </a:ln>
              <a:effectLst>
                <a:outerShdw blurRad="63500" sx="102000" sy="102000" algn="ctr" rotWithShape="0">
                  <a:prstClr val="black">
                    <a:alpha val="20000"/>
                  </a:prstClr>
                </a:outerShdw>
              </a:effectLst>
            </c:spPr>
            <c:extLst xmlns:c16r2="http://schemas.microsoft.com/office/drawing/2015/06/chart">
              <c:ext xmlns:c16="http://schemas.microsoft.com/office/drawing/2014/chart" uri="{C3380CC4-5D6E-409C-BE32-E72D297353CC}">
                <c16:uniqueId val="{00000001-5A02-4FBE-B751-8FDD8AC0C147}"/>
              </c:ext>
            </c:extLst>
          </c:dPt>
          <c:dPt>
            <c:idx val="1"/>
            <c:bubble3D val="0"/>
            <c:spPr>
              <a:solidFill>
                <a:schemeClr val="accent2"/>
              </a:solidFill>
              <a:ln>
                <a:noFill/>
              </a:ln>
              <a:effectLst>
                <a:outerShdw blurRad="63500" sx="102000" sy="102000" algn="ctr" rotWithShape="0">
                  <a:prstClr val="black">
                    <a:alpha val="20000"/>
                  </a:prstClr>
                </a:outerShdw>
              </a:effectLst>
            </c:spPr>
            <c:extLst xmlns:c16r2="http://schemas.microsoft.com/office/drawing/2015/06/chart">
              <c:ext xmlns:c16="http://schemas.microsoft.com/office/drawing/2014/chart" uri="{C3380CC4-5D6E-409C-BE32-E72D297353CC}">
                <c16:uniqueId val="{00000002-5A02-4FBE-B751-8FDD8AC0C147}"/>
              </c:ext>
            </c:extLst>
          </c:dPt>
          <c:dLbls>
            <c:dLbl>
              <c:idx val="0"/>
              <c:spPr>
                <a:noFill/>
                <a:ln>
                  <a:noFill/>
                </a:ln>
                <a:effectLst/>
              </c:spPr>
              <c:txPr>
                <a:bodyPr rot="0" spcFirstLastPara="1" vertOverflow="ellipsis" vert="horz" wrap="square" lIns="38100" tIns="19050" rIns="38100" bIns="19050" anchor="ctr" anchorCtr="1">
                  <a:spAutoFit/>
                </a:bodyPr>
                <a:lstStyle/>
                <a:p>
                  <a:pPr>
                    <a:defRPr sz="1600" b="1" i="0" u="none" strike="noStrike" kern="1200" spc="0" baseline="0">
                      <a:solidFill>
                        <a:schemeClr val="accent1"/>
                      </a:solidFill>
                      <a:latin typeface="+mn-lt"/>
                      <a:ea typeface="+mn-ea"/>
                      <a:cs typeface="+mn-cs"/>
                    </a:defRPr>
                  </a:pPr>
                  <a:endParaRPr lang="ja-JP"/>
                </a:p>
              </c:txPr>
              <c:dLblPos val="outEnd"/>
              <c:showLegendKey val="0"/>
              <c:showVal val="0"/>
              <c:showCatName val="1"/>
              <c:showSerName val="0"/>
              <c:showPercent val="1"/>
              <c:showBubbleSize val="0"/>
            </c:dLbl>
            <c:dLbl>
              <c:idx val="1"/>
              <c:spPr>
                <a:noFill/>
                <a:ln>
                  <a:noFill/>
                </a:ln>
                <a:effectLst/>
              </c:spPr>
              <c:txPr>
                <a:bodyPr rot="0" spcFirstLastPara="1" vertOverflow="ellipsis" vert="horz" wrap="square" lIns="38100" tIns="19050" rIns="38100" bIns="19050" anchor="ctr" anchorCtr="1">
                  <a:spAutoFit/>
                </a:bodyPr>
                <a:lstStyle/>
                <a:p>
                  <a:pPr>
                    <a:defRPr sz="1600" b="1" i="0" u="none" strike="noStrike" kern="1200" spc="0" baseline="0">
                      <a:solidFill>
                        <a:schemeClr val="accent2"/>
                      </a:solidFill>
                      <a:latin typeface="+mn-lt"/>
                      <a:ea typeface="+mn-ea"/>
                      <a:cs typeface="+mn-cs"/>
                    </a:defRPr>
                  </a:pPr>
                  <a:endParaRPr lang="ja-JP"/>
                </a:p>
              </c:txPr>
              <c:dLblPos val="outEnd"/>
              <c:showLegendKey val="0"/>
              <c:showVal val="0"/>
              <c:showCatName val="1"/>
              <c:showSerName val="0"/>
              <c:showPercent val="1"/>
              <c:showBubbleSize val="0"/>
            </c:dLbl>
            <c:spPr>
              <a:noFill/>
              <a:ln>
                <a:noFill/>
              </a:ln>
              <a:effectLst/>
            </c:spPr>
            <c:dLblPos val="outEnd"/>
            <c:showLegendKey val="0"/>
            <c:showVal val="0"/>
            <c:showCatName val="1"/>
            <c:showSerName val="0"/>
            <c:showPercent val="1"/>
            <c:showBubbleSize val="0"/>
            <c:showLeaderLines val="1"/>
            <c:leaderLines>
              <c:spPr>
                <a:ln w="9525" cap="flat" cmpd="sng" algn="ctr">
                  <a:solidFill>
                    <a:schemeClr val="tx1">
                      <a:lumMod val="35000"/>
                      <a:lumOff val="65000"/>
                    </a:schemeClr>
                  </a:solidFill>
                  <a:round/>
                </a:ln>
                <a:effectLst/>
              </c:spPr>
            </c:leaderLines>
            <c:extLst xmlns:c16r2="http://schemas.microsoft.com/office/drawing/2015/06/chart">
              <c:ext xmlns:c15="http://schemas.microsoft.com/office/drawing/2012/chart" uri="{CE6537A1-D6FC-4f65-9D91-7224C49458BB}"/>
            </c:extLst>
          </c:dLbls>
          <c:cat>
            <c:strRef>
              <c:f>Sheet1!$A$3:$B$3</c:f>
              <c:strCache>
                <c:ptCount val="2"/>
                <c:pt idx="0">
                  <c:v>男子</c:v>
                </c:pt>
                <c:pt idx="1">
                  <c:v>女子</c:v>
                </c:pt>
              </c:strCache>
            </c:strRef>
          </c:cat>
          <c:val>
            <c:numRef>
              <c:f>Sheet1!$A$4:$B$4</c:f>
              <c:numCache>
                <c:formatCode>General</c:formatCode>
                <c:ptCount val="2"/>
                <c:pt idx="0">
                  <c:v>65</c:v>
                </c:pt>
                <c:pt idx="1">
                  <c:v>35</c:v>
                </c:pt>
              </c:numCache>
            </c:numRef>
          </c:val>
          <c:extLst xmlns:c16r2="http://schemas.microsoft.com/office/drawing/2015/06/chart">
            <c:ext xmlns:c16="http://schemas.microsoft.com/office/drawing/2014/chart" uri="{C3380CC4-5D6E-409C-BE32-E72D297353CC}">
              <c16:uniqueId val="{00000000-5A02-4FBE-B751-8FDD8AC0C147}"/>
            </c:ext>
          </c:extLst>
        </c:ser>
        <c:dLbls>
          <c:dLblPos val="outEnd"/>
          <c:showLegendKey val="0"/>
          <c:showVal val="0"/>
          <c:showCatName val="0"/>
          <c:showSerName val="0"/>
          <c:showPercent val="1"/>
          <c:showBubbleSize val="0"/>
          <c:showLeaderLines val="1"/>
        </c:dLbls>
        <c:firstSliceAng val="0"/>
      </c:pieChart>
      <c:spPr>
        <a:noFill/>
        <a:ln>
          <a:noFill/>
        </a:ln>
        <a:effectLst/>
      </c:spPr>
    </c:plotArea>
    <c:plotVisOnly val="1"/>
    <c:dispBlanksAs val="gap"/>
    <c:showDLblsOverMax val="0"/>
  </c:chart>
  <c:spPr>
    <a:noFill/>
    <a:ln>
      <a:noFill/>
    </a:ln>
    <a:effectLst/>
  </c:spPr>
  <c:txPr>
    <a:bodyPr/>
    <a:lstStyle/>
    <a:p>
      <a:pPr>
        <a:defRPr/>
      </a:pPr>
      <a:endParaRPr lang="ja-JP"/>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cap="all" baseline="0">
                <a:solidFill>
                  <a:schemeClr val="tx1">
                    <a:lumMod val="65000"/>
                    <a:lumOff val="35000"/>
                  </a:schemeClr>
                </a:solidFill>
                <a:latin typeface="+mn-lt"/>
                <a:ea typeface="+mn-ea"/>
                <a:cs typeface="+mn-cs"/>
              </a:defRPr>
            </a:pPr>
            <a:r>
              <a:rPr lang="ja-JP"/>
              <a:t>学生数（学部文理比率）</a:t>
            </a:r>
          </a:p>
        </c:rich>
      </c:tx>
      <c:layout/>
      <c:overlay val="0"/>
      <c:spPr>
        <a:noFill/>
        <a:ln>
          <a:noFill/>
        </a:ln>
        <a:effectLst/>
      </c:spPr>
      <c:txPr>
        <a:bodyPr rot="0" spcFirstLastPara="1" vertOverflow="ellipsis" vert="horz" wrap="square" anchor="ctr" anchorCtr="1"/>
        <a:lstStyle/>
        <a:p>
          <a:pPr>
            <a:defRPr sz="1600" b="1" i="0" u="none" strike="noStrike" kern="1200" cap="all" baseline="0">
              <a:solidFill>
                <a:schemeClr val="tx1">
                  <a:lumMod val="65000"/>
                  <a:lumOff val="35000"/>
                </a:schemeClr>
              </a:solidFill>
              <a:latin typeface="+mn-lt"/>
              <a:ea typeface="+mn-ea"/>
              <a:cs typeface="+mn-cs"/>
            </a:defRPr>
          </a:pPr>
          <a:endParaRPr lang="ja-JP"/>
        </a:p>
      </c:txPr>
    </c:title>
    <c:autoTitleDeleted val="0"/>
    <c:plotArea>
      <c:layout/>
      <c:pieChart>
        <c:varyColors val="1"/>
        <c:ser>
          <c:idx val="0"/>
          <c:order val="0"/>
          <c:dPt>
            <c:idx val="0"/>
            <c:bubble3D val="0"/>
            <c:spPr>
              <a:solidFill>
                <a:schemeClr val="accent1"/>
              </a:solidFill>
              <a:ln>
                <a:noFill/>
              </a:ln>
              <a:effectLst>
                <a:outerShdw blurRad="63500" sx="102000" sy="102000" algn="ctr" rotWithShape="0">
                  <a:prstClr val="black">
                    <a:alpha val="20000"/>
                  </a:prstClr>
                </a:outerShdw>
              </a:effectLst>
            </c:spPr>
            <c:extLst xmlns:c16r2="http://schemas.microsoft.com/office/drawing/2015/06/chart">
              <c:ext xmlns:c16="http://schemas.microsoft.com/office/drawing/2014/chart" uri="{C3380CC4-5D6E-409C-BE32-E72D297353CC}">
                <c16:uniqueId val="{00000002-6512-463D-8199-2D599BF0C425}"/>
              </c:ext>
            </c:extLst>
          </c:dPt>
          <c:dPt>
            <c:idx val="1"/>
            <c:bubble3D val="0"/>
            <c:spPr>
              <a:solidFill>
                <a:schemeClr val="accent2"/>
              </a:solidFill>
              <a:ln>
                <a:noFill/>
              </a:ln>
              <a:effectLst>
                <a:outerShdw blurRad="63500" sx="102000" sy="102000" algn="ctr" rotWithShape="0">
                  <a:prstClr val="black">
                    <a:alpha val="20000"/>
                  </a:prstClr>
                </a:outerShdw>
              </a:effectLst>
            </c:spPr>
            <c:extLst xmlns:c16r2="http://schemas.microsoft.com/office/drawing/2015/06/chart">
              <c:ext xmlns:c16="http://schemas.microsoft.com/office/drawing/2014/chart" uri="{C3380CC4-5D6E-409C-BE32-E72D297353CC}">
                <c16:uniqueId val="{00000001-6512-463D-8199-2D599BF0C425}"/>
              </c:ext>
            </c:extLst>
          </c:dPt>
          <c:dLbls>
            <c:dLbl>
              <c:idx val="0"/>
              <c:spPr>
                <a:noFill/>
                <a:ln>
                  <a:noFill/>
                </a:ln>
                <a:effectLst/>
              </c:spPr>
              <c:txPr>
                <a:bodyPr rot="0" spcFirstLastPara="1" vertOverflow="ellipsis" vert="horz" wrap="square" lIns="38100" tIns="19050" rIns="38100" bIns="19050" anchor="ctr" anchorCtr="1">
                  <a:spAutoFit/>
                </a:bodyPr>
                <a:lstStyle/>
                <a:p>
                  <a:pPr>
                    <a:defRPr sz="1600" b="1" i="0" u="none" strike="noStrike" kern="1200" spc="0" baseline="0">
                      <a:solidFill>
                        <a:schemeClr val="accent1"/>
                      </a:solidFill>
                      <a:latin typeface="+mn-lt"/>
                      <a:ea typeface="+mn-ea"/>
                      <a:cs typeface="+mn-cs"/>
                    </a:defRPr>
                  </a:pPr>
                  <a:endParaRPr lang="ja-JP"/>
                </a:p>
              </c:txPr>
              <c:dLblPos val="outEnd"/>
              <c:showLegendKey val="0"/>
              <c:showVal val="0"/>
              <c:showCatName val="1"/>
              <c:showSerName val="0"/>
              <c:showPercent val="1"/>
              <c:showBubbleSize val="0"/>
            </c:dLbl>
            <c:dLbl>
              <c:idx val="1"/>
              <c:layout>
                <c:manualLayout>
                  <c:x val="2.8985507246376279E-3"/>
                  <c:y val="4.1666666666666644E-2"/>
                </c:manualLayout>
              </c:layout>
              <c:spPr>
                <a:noFill/>
                <a:ln>
                  <a:noFill/>
                </a:ln>
                <a:effectLst/>
              </c:spPr>
              <c:txPr>
                <a:bodyPr rot="0" spcFirstLastPara="1" vertOverflow="ellipsis" vert="horz" wrap="square" lIns="38100" tIns="19050" rIns="38100" bIns="19050" anchor="ctr" anchorCtr="1">
                  <a:spAutoFit/>
                </a:bodyPr>
                <a:lstStyle/>
                <a:p>
                  <a:pPr>
                    <a:defRPr sz="1600" b="1" i="0" u="none" strike="noStrike" kern="1200" spc="0" baseline="0">
                      <a:solidFill>
                        <a:schemeClr val="accent2"/>
                      </a:solidFill>
                      <a:latin typeface="+mn-lt"/>
                      <a:ea typeface="+mn-ea"/>
                      <a:cs typeface="+mn-cs"/>
                    </a:defRPr>
                  </a:pPr>
                  <a:endParaRPr lang="ja-JP"/>
                </a:p>
              </c:txPr>
              <c:dLblPos val="bestFit"/>
              <c:showLegendKey val="0"/>
              <c:showVal val="0"/>
              <c:showCatName val="1"/>
              <c:showSerName val="0"/>
              <c:showPercent val="1"/>
              <c:showBubbleSize val="0"/>
              <c:extLst xmlns:c16r2="http://schemas.microsoft.com/office/drawing/2015/06/chart">
                <c:ext xmlns:c16="http://schemas.microsoft.com/office/drawing/2014/chart" uri="{C3380CC4-5D6E-409C-BE32-E72D297353CC}">
                  <c16:uniqueId val="{00000001-6512-463D-8199-2D599BF0C425}"/>
                </c:ext>
                <c:ext xmlns:c15="http://schemas.microsoft.com/office/drawing/2012/chart" uri="{CE6537A1-D6FC-4f65-9D91-7224C49458BB}">
                  <c15:layout/>
                </c:ext>
              </c:extLst>
            </c:dLbl>
            <c:spPr>
              <a:noFill/>
              <a:ln>
                <a:noFill/>
              </a:ln>
              <a:effectLst/>
            </c:spPr>
            <c:dLblPos val="outEnd"/>
            <c:showLegendKey val="0"/>
            <c:showVal val="0"/>
            <c:showCatName val="1"/>
            <c:showSerName val="0"/>
            <c:showPercent val="1"/>
            <c:showBubbleSize val="0"/>
            <c:showLeaderLines val="1"/>
            <c:leaderLines>
              <c:spPr>
                <a:ln w="9525" cap="flat" cmpd="sng" algn="ctr">
                  <a:solidFill>
                    <a:schemeClr val="tx1">
                      <a:lumMod val="35000"/>
                      <a:lumOff val="65000"/>
                    </a:schemeClr>
                  </a:solidFill>
                  <a:round/>
                </a:ln>
                <a:effectLst/>
              </c:spPr>
            </c:leaderLines>
            <c:extLst xmlns:c16r2="http://schemas.microsoft.com/office/drawing/2015/06/chart">
              <c:ext xmlns:c15="http://schemas.microsoft.com/office/drawing/2012/chart" uri="{CE6537A1-D6FC-4f65-9D91-7224C49458BB}"/>
            </c:extLst>
          </c:dLbls>
          <c:cat>
            <c:strRef>
              <c:f>Sheet1!$A$9:$B$9</c:f>
              <c:strCache>
                <c:ptCount val="2"/>
                <c:pt idx="0">
                  <c:v>文系</c:v>
                </c:pt>
                <c:pt idx="1">
                  <c:v>理系</c:v>
                </c:pt>
              </c:strCache>
            </c:strRef>
          </c:cat>
          <c:val>
            <c:numRef>
              <c:f>Sheet1!$A$10:$B$10</c:f>
              <c:numCache>
                <c:formatCode>General</c:formatCode>
                <c:ptCount val="2"/>
                <c:pt idx="0">
                  <c:v>76</c:v>
                </c:pt>
                <c:pt idx="1">
                  <c:v>24</c:v>
                </c:pt>
              </c:numCache>
            </c:numRef>
          </c:val>
          <c:extLst xmlns:c16r2="http://schemas.microsoft.com/office/drawing/2015/06/chart">
            <c:ext xmlns:c16="http://schemas.microsoft.com/office/drawing/2014/chart" uri="{C3380CC4-5D6E-409C-BE32-E72D297353CC}">
              <c16:uniqueId val="{00000000-6512-463D-8199-2D599BF0C425}"/>
            </c:ext>
          </c:extLst>
        </c:ser>
        <c:dLbls>
          <c:dLblPos val="outEnd"/>
          <c:showLegendKey val="0"/>
          <c:showVal val="0"/>
          <c:showCatName val="0"/>
          <c:showSerName val="0"/>
          <c:showPercent val="1"/>
          <c:showBubbleSize val="0"/>
          <c:showLeaderLines val="1"/>
        </c:dLbls>
        <c:firstSliceAng val="0"/>
      </c:pieChart>
      <c:spPr>
        <a:noFill/>
        <a:ln>
          <a:noFill/>
        </a:ln>
        <a:effectLst/>
      </c:spPr>
    </c:plotArea>
    <c:plotVisOnly val="1"/>
    <c:dispBlanksAs val="gap"/>
    <c:showDLblsOverMax val="0"/>
  </c:chart>
  <c:spPr>
    <a:noFill/>
    <a:ln>
      <a:noFill/>
    </a:ln>
    <a:effectLst/>
  </c:spPr>
  <c:txPr>
    <a:bodyPr/>
    <a:lstStyle/>
    <a:p>
      <a:pPr>
        <a:defRPr/>
      </a:pPr>
      <a:endParaRPr lang="ja-JP"/>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9">
  <cs:axisTitle>
    <cs:lnRef idx="0"/>
    <cs:fillRef idx="0"/>
    <cs:effectRef idx="0"/>
    <cs:fontRef idx="minor">
      <a:schemeClr val="tx1">
        <a:lumMod val="65000"/>
        <a:lumOff val="35000"/>
      </a:schemeClr>
    </cs:fontRef>
    <cs:defRPr sz="900" kern="1200" cap="all"/>
  </cs:axisTitle>
  <cs:categoryAxis>
    <cs:lnRef idx="0"/>
    <cs:fillRef idx="0"/>
    <cs:effectRef idx="0"/>
    <cs:fontRef idx="minor">
      <a:schemeClr val="tx1">
        <a:lumMod val="65000"/>
        <a:lumOff val="35000"/>
      </a:schemeClr>
    </cs:fontRef>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cs:styleClr val="auto"/>
    </cs:fontRef>
    <cs:defRPr sz="1000" b="1" i="0" u="none" strike="noStrike" kern="1200" spc="0" baseline="0"/>
  </cs:dataLabel>
  <cs:dataLabelCallout>
    <cs:lnRef idx="0">
      <cs:styleClr val="auto"/>
    </cs:lnRef>
    <cs:fillRef idx="0"/>
    <cs:effectRef idx="0"/>
    <cs:fontRef idx="minor">
      <cs:styleClr val="auto"/>
    </cs:fontRef>
    <cs:spPr>
      <a:solidFill>
        <a:schemeClr val="lt1"/>
      </a:solidFill>
      <a:ln>
        <a:solidFill>
          <a:schemeClr val="phClr"/>
        </a:solidFill>
      </a:ln>
    </cs:spPr>
    <cs:defRPr sz="1000" b="1"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63500" sx="102000" sy="102000" algn="ctr" rotWithShape="0">
          <a:prstClr val="black">
            <a:alpha val="20000"/>
          </a:prstClr>
        </a:outerShdw>
      </a:effectLst>
    </cs:spPr>
  </cs:dataPoint>
  <cs:dataPoint3D>
    <cs:lnRef idx="0"/>
    <cs:fillRef idx="0">
      <cs:styleClr val="auto"/>
    </cs:fillRef>
    <cs:effectRef idx="0"/>
    <cs:fontRef idx="minor">
      <a:schemeClr val="dk1"/>
    </cs:fontRef>
    <cs:spPr>
      <a:solidFill>
        <a:schemeClr val="phClr"/>
      </a:solidFill>
      <a:effectLst>
        <a:outerShdw blurRad="88900" sx="102000" sy="102000" algn="ctr" rotWithShape="0">
          <a:prstClr val="black">
            <a:alpha val="10000"/>
          </a:prstClr>
        </a:outerShdw>
      </a:effectLst>
      <a:scene3d>
        <a:camera prst="orthographicFront"/>
        <a:lightRig rig="threePt" dir="t"/>
      </a:scene3d>
      <a:sp3d>
        <a:bevelT w="127000" h="127000"/>
        <a:bevelB w="127000" h="127000"/>
      </a:sp3d>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fillRef idx="0">
      <cs:styleClr val="auto"/>
    </cs:fillRef>
    <cs:effectRef idx="0"/>
    <cs:fontRef idx="minor">
      <a:schemeClr val="dk1"/>
    </cs:fontRef>
    <cs:spPr>
      <a:solidFill>
        <a:schemeClr val="phClr"/>
      </a:solidFill>
      <a:ln w="9525">
        <a:solidFill>
          <a:schemeClr val="lt1"/>
        </a:solidFill>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600" b="1" kern="1200" cap="all" baseline="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9">
  <cs:axisTitle>
    <cs:lnRef idx="0"/>
    <cs:fillRef idx="0"/>
    <cs:effectRef idx="0"/>
    <cs:fontRef idx="minor">
      <a:schemeClr val="tx1">
        <a:lumMod val="65000"/>
        <a:lumOff val="35000"/>
      </a:schemeClr>
    </cs:fontRef>
    <cs:defRPr sz="900" kern="1200" cap="all"/>
  </cs:axisTitle>
  <cs:categoryAxis>
    <cs:lnRef idx="0"/>
    <cs:fillRef idx="0"/>
    <cs:effectRef idx="0"/>
    <cs:fontRef idx="minor">
      <a:schemeClr val="tx1">
        <a:lumMod val="65000"/>
        <a:lumOff val="35000"/>
      </a:schemeClr>
    </cs:fontRef>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cs:styleClr val="auto"/>
    </cs:fontRef>
    <cs:defRPr sz="1000" b="1" i="0" u="none" strike="noStrike" kern="1200" spc="0" baseline="0"/>
  </cs:dataLabel>
  <cs:dataLabelCallout>
    <cs:lnRef idx="0">
      <cs:styleClr val="auto"/>
    </cs:lnRef>
    <cs:fillRef idx="0"/>
    <cs:effectRef idx="0"/>
    <cs:fontRef idx="minor">
      <cs:styleClr val="auto"/>
    </cs:fontRef>
    <cs:spPr>
      <a:solidFill>
        <a:schemeClr val="lt1"/>
      </a:solidFill>
      <a:ln>
        <a:solidFill>
          <a:schemeClr val="phClr"/>
        </a:solidFill>
      </a:ln>
    </cs:spPr>
    <cs:defRPr sz="1000" b="1"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63500" sx="102000" sy="102000" algn="ctr" rotWithShape="0">
          <a:prstClr val="black">
            <a:alpha val="20000"/>
          </a:prstClr>
        </a:outerShdw>
      </a:effectLst>
    </cs:spPr>
  </cs:dataPoint>
  <cs:dataPoint3D>
    <cs:lnRef idx="0"/>
    <cs:fillRef idx="0">
      <cs:styleClr val="auto"/>
    </cs:fillRef>
    <cs:effectRef idx="0"/>
    <cs:fontRef idx="minor">
      <a:schemeClr val="dk1"/>
    </cs:fontRef>
    <cs:spPr>
      <a:solidFill>
        <a:schemeClr val="phClr"/>
      </a:solidFill>
      <a:effectLst>
        <a:outerShdw blurRad="88900" sx="102000" sy="102000" algn="ctr" rotWithShape="0">
          <a:prstClr val="black">
            <a:alpha val="10000"/>
          </a:prstClr>
        </a:outerShdw>
      </a:effectLst>
      <a:scene3d>
        <a:camera prst="orthographicFront"/>
        <a:lightRig rig="threePt" dir="t"/>
      </a:scene3d>
      <a:sp3d>
        <a:bevelT w="127000" h="127000"/>
        <a:bevelB w="127000" h="127000"/>
      </a:sp3d>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fillRef idx="0">
      <cs:styleClr val="auto"/>
    </cs:fillRef>
    <cs:effectRef idx="0"/>
    <cs:fontRef idx="minor">
      <a:schemeClr val="dk1"/>
    </cs:fontRef>
    <cs:spPr>
      <a:solidFill>
        <a:schemeClr val="phClr"/>
      </a:solidFill>
      <a:ln w="9525">
        <a:solidFill>
          <a:schemeClr val="lt1"/>
        </a:solidFill>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600" b="1" kern="1200" cap="all" baseline="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iagrams/_rels/data1.xml.rels><?xml version="1.0" encoding="UTF-8" standalone="yes"?>
<Relationships xmlns="http://schemas.openxmlformats.org/package/2006/relationships"><Relationship Id="rId3" Type="http://schemas.openxmlformats.org/officeDocument/2006/relationships/slide" Target="../slides/slide6.xml"/><Relationship Id="rId2" Type="http://schemas.openxmlformats.org/officeDocument/2006/relationships/slide" Target="../slides/slide4.xml"/><Relationship Id="rId1" Type="http://schemas.openxmlformats.org/officeDocument/2006/relationships/slide" Target="../slides/slide3.xml"/><Relationship Id="rId4" Type="http://schemas.openxmlformats.org/officeDocument/2006/relationships/slide" Target="../slides/slide5.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B08071B-BC59-4E9B-9691-95936B3D9E3E}" type="doc">
      <dgm:prSet loTypeId="urn:microsoft.com/office/officeart/2008/layout/LinedList" loCatId="list" qsTypeId="urn:microsoft.com/office/officeart/2005/8/quickstyle/simple1" qsCatId="simple" csTypeId="urn:microsoft.com/office/officeart/2005/8/colors/accent1_2" csCatId="accent1" phldr="1"/>
      <dgm:spPr/>
      <dgm:t>
        <a:bodyPr/>
        <a:lstStyle/>
        <a:p>
          <a:endParaRPr kumimoji="1" lang="ja-JP" altLang="en-US"/>
        </a:p>
      </dgm:t>
    </dgm:pt>
    <dgm:pt modelId="{6C3E25C5-4426-4F79-B20D-7A4839A44AA7}">
      <dgm:prSet phldrT="[テキスト]"/>
      <dgm:spPr/>
      <dgm:t>
        <a:bodyPr/>
        <a:lstStyle/>
        <a:p>
          <a:r>
            <a:rPr kumimoji="1" lang="ja-JP" altLang="en-US" dirty="0" smtClean="0">
              <a:hlinkClick xmlns:r="http://schemas.openxmlformats.org/officeDocument/2006/relationships" r:id="rId1" action="ppaction://hlinksldjump"/>
            </a:rPr>
            <a:t>明治大学の理念</a:t>
          </a:r>
          <a:endParaRPr kumimoji="1" lang="ja-JP" altLang="en-US" dirty="0"/>
        </a:p>
      </dgm:t>
    </dgm:pt>
    <dgm:pt modelId="{BC1B8C95-0A6E-4E24-B044-7000E0E149F8}" type="parTrans" cxnId="{55207DB5-B042-4530-B2AA-37E48270B00A}">
      <dgm:prSet/>
      <dgm:spPr/>
      <dgm:t>
        <a:bodyPr/>
        <a:lstStyle/>
        <a:p>
          <a:endParaRPr kumimoji="1" lang="ja-JP" altLang="en-US"/>
        </a:p>
      </dgm:t>
    </dgm:pt>
    <dgm:pt modelId="{CC8E472A-1B5D-4634-9EED-28052FE48D9C}" type="sibTrans" cxnId="{55207DB5-B042-4530-B2AA-37E48270B00A}">
      <dgm:prSet/>
      <dgm:spPr/>
      <dgm:t>
        <a:bodyPr/>
        <a:lstStyle/>
        <a:p>
          <a:endParaRPr kumimoji="1" lang="ja-JP" altLang="en-US"/>
        </a:p>
      </dgm:t>
    </dgm:pt>
    <dgm:pt modelId="{4DE08C00-DFB7-4352-9E80-7113C006B159}">
      <dgm:prSet phldrT="[テキスト]"/>
      <dgm:spPr/>
      <dgm:t>
        <a:bodyPr/>
        <a:lstStyle/>
        <a:p>
          <a:r>
            <a:rPr kumimoji="1" lang="ja-JP" altLang="en-US" dirty="0" smtClean="0">
              <a:hlinkClick xmlns:r="http://schemas.openxmlformats.org/officeDocument/2006/relationships" r:id="rId2" action="ppaction://hlinksldjump"/>
            </a:rPr>
            <a:t>データでみる明治大学</a:t>
          </a:r>
          <a:endParaRPr kumimoji="1" lang="ja-JP" altLang="en-US" dirty="0"/>
        </a:p>
      </dgm:t>
    </dgm:pt>
    <dgm:pt modelId="{C2925587-AE7D-49D6-BB56-EF4BCE371A72}" type="parTrans" cxnId="{4C177068-7362-4E27-9AD1-0CB8B9E11E31}">
      <dgm:prSet/>
      <dgm:spPr/>
      <dgm:t>
        <a:bodyPr/>
        <a:lstStyle/>
        <a:p>
          <a:endParaRPr kumimoji="1" lang="ja-JP" altLang="en-US"/>
        </a:p>
      </dgm:t>
    </dgm:pt>
    <dgm:pt modelId="{57A3974F-8560-4F57-8D15-F0F255C33143}" type="sibTrans" cxnId="{4C177068-7362-4E27-9AD1-0CB8B9E11E31}">
      <dgm:prSet/>
      <dgm:spPr/>
      <dgm:t>
        <a:bodyPr/>
        <a:lstStyle/>
        <a:p>
          <a:endParaRPr kumimoji="1" lang="ja-JP" altLang="en-US"/>
        </a:p>
      </dgm:t>
    </dgm:pt>
    <dgm:pt modelId="{5E2B892D-D896-4FDC-B0B6-6BAA019DC23D}">
      <dgm:prSet phldrT="[テキスト]"/>
      <dgm:spPr/>
      <dgm:t>
        <a:bodyPr/>
        <a:lstStyle/>
        <a:p>
          <a:r>
            <a:rPr kumimoji="1" lang="ja-JP" altLang="en-US" dirty="0" smtClean="0">
              <a:hlinkClick xmlns:r="http://schemas.openxmlformats.org/officeDocument/2006/relationships" r:id="rId3" action="ppaction://hlinksldjump"/>
            </a:rPr>
            <a:t>明治大学公式キャラクター「めいじろう」</a:t>
          </a:r>
          <a:endParaRPr kumimoji="1" lang="ja-JP" altLang="en-US" dirty="0"/>
        </a:p>
      </dgm:t>
    </dgm:pt>
    <dgm:pt modelId="{30634DBD-1F9A-4CE9-8149-50080F3AF611}" type="parTrans" cxnId="{9A5585AF-EA92-44CE-9DAE-A7E78E79A13D}">
      <dgm:prSet/>
      <dgm:spPr/>
      <dgm:t>
        <a:bodyPr/>
        <a:lstStyle/>
        <a:p>
          <a:endParaRPr kumimoji="1" lang="ja-JP" altLang="en-US"/>
        </a:p>
      </dgm:t>
    </dgm:pt>
    <dgm:pt modelId="{4534832A-EF0A-4F07-91FA-B95553AA4BD2}" type="sibTrans" cxnId="{9A5585AF-EA92-44CE-9DAE-A7E78E79A13D}">
      <dgm:prSet/>
      <dgm:spPr/>
      <dgm:t>
        <a:bodyPr/>
        <a:lstStyle/>
        <a:p>
          <a:endParaRPr kumimoji="1" lang="ja-JP" altLang="en-US"/>
        </a:p>
      </dgm:t>
    </dgm:pt>
    <dgm:pt modelId="{3BE5D63E-183E-4DBE-A404-95EE30A69F0A}">
      <dgm:prSet phldrT="[テキスト]"/>
      <dgm:spPr/>
      <dgm:t>
        <a:bodyPr/>
        <a:lstStyle/>
        <a:p>
          <a:r>
            <a:rPr kumimoji="1" lang="ja-JP" altLang="en-US" dirty="0" smtClean="0">
              <a:hlinkClick xmlns:r="http://schemas.openxmlformats.org/officeDocument/2006/relationships" r:id="rId4" action="ppaction://hlinksldjump"/>
            </a:rPr>
            <a:t>明治大学生田キャンパスへのアクセス</a:t>
          </a:r>
          <a:endParaRPr kumimoji="1" lang="ja-JP" altLang="en-US" dirty="0"/>
        </a:p>
      </dgm:t>
    </dgm:pt>
    <dgm:pt modelId="{714B2529-7F01-419F-9412-611E46211B25}" type="parTrans" cxnId="{7597935D-731E-4924-AED2-9DCAE8942527}">
      <dgm:prSet/>
      <dgm:spPr/>
      <dgm:t>
        <a:bodyPr/>
        <a:lstStyle/>
        <a:p>
          <a:endParaRPr kumimoji="1" lang="ja-JP" altLang="en-US"/>
        </a:p>
      </dgm:t>
    </dgm:pt>
    <dgm:pt modelId="{748D6079-C5EE-44C1-892E-5F0F073CF27D}" type="sibTrans" cxnId="{7597935D-731E-4924-AED2-9DCAE8942527}">
      <dgm:prSet/>
      <dgm:spPr/>
      <dgm:t>
        <a:bodyPr/>
        <a:lstStyle/>
        <a:p>
          <a:endParaRPr kumimoji="1" lang="ja-JP" altLang="en-US"/>
        </a:p>
      </dgm:t>
    </dgm:pt>
    <dgm:pt modelId="{1803AD60-78AA-4C8E-868D-22E57B5FC866}" type="pres">
      <dgm:prSet presAssocID="{1B08071B-BC59-4E9B-9691-95936B3D9E3E}" presName="vert0" presStyleCnt="0">
        <dgm:presLayoutVars>
          <dgm:dir/>
          <dgm:animOne val="branch"/>
          <dgm:animLvl val="lvl"/>
        </dgm:presLayoutVars>
      </dgm:prSet>
      <dgm:spPr/>
      <dgm:t>
        <a:bodyPr/>
        <a:lstStyle/>
        <a:p>
          <a:endParaRPr kumimoji="1" lang="ja-JP" altLang="en-US"/>
        </a:p>
      </dgm:t>
    </dgm:pt>
    <dgm:pt modelId="{0ED07BEC-AAC1-468F-97E5-70CAFA2F01B6}" type="pres">
      <dgm:prSet presAssocID="{6C3E25C5-4426-4F79-B20D-7A4839A44AA7}" presName="thickLine" presStyleLbl="alignNode1" presStyleIdx="0" presStyleCnt="4"/>
      <dgm:spPr/>
    </dgm:pt>
    <dgm:pt modelId="{6A2038DA-8297-4BD8-9BF0-BDC927652A10}" type="pres">
      <dgm:prSet presAssocID="{6C3E25C5-4426-4F79-B20D-7A4839A44AA7}" presName="horz1" presStyleCnt="0"/>
      <dgm:spPr/>
    </dgm:pt>
    <dgm:pt modelId="{2BB28A58-D472-452F-AF21-19DFDF81F698}" type="pres">
      <dgm:prSet presAssocID="{6C3E25C5-4426-4F79-B20D-7A4839A44AA7}" presName="tx1" presStyleLbl="revTx" presStyleIdx="0" presStyleCnt="4"/>
      <dgm:spPr/>
      <dgm:t>
        <a:bodyPr/>
        <a:lstStyle/>
        <a:p>
          <a:endParaRPr kumimoji="1" lang="ja-JP" altLang="en-US"/>
        </a:p>
      </dgm:t>
    </dgm:pt>
    <dgm:pt modelId="{8426D903-B914-442C-9C52-2A46C2F452AC}" type="pres">
      <dgm:prSet presAssocID="{6C3E25C5-4426-4F79-B20D-7A4839A44AA7}" presName="vert1" presStyleCnt="0"/>
      <dgm:spPr/>
    </dgm:pt>
    <dgm:pt modelId="{2A6235DF-76E8-49E3-A277-0DF39892DCC7}" type="pres">
      <dgm:prSet presAssocID="{4DE08C00-DFB7-4352-9E80-7113C006B159}" presName="thickLine" presStyleLbl="alignNode1" presStyleIdx="1" presStyleCnt="4"/>
      <dgm:spPr/>
    </dgm:pt>
    <dgm:pt modelId="{BE63A8C3-70B1-4DA5-A36C-9E715F853B0B}" type="pres">
      <dgm:prSet presAssocID="{4DE08C00-DFB7-4352-9E80-7113C006B159}" presName="horz1" presStyleCnt="0"/>
      <dgm:spPr/>
    </dgm:pt>
    <dgm:pt modelId="{A21697A6-3C9D-4147-B03B-199A09E7D010}" type="pres">
      <dgm:prSet presAssocID="{4DE08C00-DFB7-4352-9E80-7113C006B159}" presName="tx1" presStyleLbl="revTx" presStyleIdx="1" presStyleCnt="4"/>
      <dgm:spPr/>
      <dgm:t>
        <a:bodyPr/>
        <a:lstStyle/>
        <a:p>
          <a:endParaRPr kumimoji="1" lang="ja-JP" altLang="en-US"/>
        </a:p>
      </dgm:t>
    </dgm:pt>
    <dgm:pt modelId="{1D9F5856-C664-4D5F-877F-2E947A774F2B}" type="pres">
      <dgm:prSet presAssocID="{4DE08C00-DFB7-4352-9E80-7113C006B159}" presName="vert1" presStyleCnt="0"/>
      <dgm:spPr/>
    </dgm:pt>
    <dgm:pt modelId="{7CF7F44B-6C24-4075-8077-6B6ED1F548D7}" type="pres">
      <dgm:prSet presAssocID="{3BE5D63E-183E-4DBE-A404-95EE30A69F0A}" presName="thickLine" presStyleLbl="alignNode1" presStyleIdx="2" presStyleCnt="4"/>
      <dgm:spPr/>
    </dgm:pt>
    <dgm:pt modelId="{02C80973-E775-4D44-8DA0-2BD4C40B156A}" type="pres">
      <dgm:prSet presAssocID="{3BE5D63E-183E-4DBE-A404-95EE30A69F0A}" presName="horz1" presStyleCnt="0"/>
      <dgm:spPr/>
    </dgm:pt>
    <dgm:pt modelId="{216BA673-C957-4232-879C-F7A3711BB178}" type="pres">
      <dgm:prSet presAssocID="{3BE5D63E-183E-4DBE-A404-95EE30A69F0A}" presName="tx1" presStyleLbl="revTx" presStyleIdx="2" presStyleCnt="4"/>
      <dgm:spPr/>
      <dgm:t>
        <a:bodyPr/>
        <a:lstStyle/>
        <a:p>
          <a:endParaRPr kumimoji="1" lang="ja-JP" altLang="en-US"/>
        </a:p>
      </dgm:t>
    </dgm:pt>
    <dgm:pt modelId="{9205EC52-05B6-4F02-9A09-1B1D835795F1}" type="pres">
      <dgm:prSet presAssocID="{3BE5D63E-183E-4DBE-A404-95EE30A69F0A}" presName="vert1" presStyleCnt="0"/>
      <dgm:spPr/>
    </dgm:pt>
    <dgm:pt modelId="{C04847C4-F46E-4A26-9109-9A4B69A6A4BB}" type="pres">
      <dgm:prSet presAssocID="{5E2B892D-D896-4FDC-B0B6-6BAA019DC23D}" presName="thickLine" presStyleLbl="alignNode1" presStyleIdx="3" presStyleCnt="4"/>
      <dgm:spPr/>
    </dgm:pt>
    <dgm:pt modelId="{55ADB18B-5E49-4D6B-9D6B-1033A0A6831B}" type="pres">
      <dgm:prSet presAssocID="{5E2B892D-D896-4FDC-B0B6-6BAA019DC23D}" presName="horz1" presStyleCnt="0"/>
      <dgm:spPr/>
    </dgm:pt>
    <dgm:pt modelId="{5C5B824D-E01E-4390-98C2-9F22AE15AD0B}" type="pres">
      <dgm:prSet presAssocID="{5E2B892D-D896-4FDC-B0B6-6BAA019DC23D}" presName="tx1" presStyleLbl="revTx" presStyleIdx="3" presStyleCnt="4"/>
      <dgm:spPr/>
      <dgm:t>
        <a:bodyPr/>
        <a:lstStyle/>
        <a:p>
          <a:endParaRPr kumimoji="1" lang="ja-JP" altLang="en-US"/>
        </a:p>
      </dgm:t>
    </dgm:pt>
    <dgm:pt modelId="{9A995C95-CCFD-4D91-AB3B-C273FC334E8E}" type="pres">
      <dgm:prSet presAssocID="{5E2B892D-D896-4FDC-B0B6-6BAA019DC23D}" presName="vert1" presStyleCnt="0"/>
      <dgm:spPr/>
    </dgm:pt>
  </dgm:ptLst>
  <dgm:cxnLst>
    <dgm:cxn modelId="{EC7338A6-58F9-4811-BDA3-97E39FBFDF36}" type="presOf" srcId="{1B08071B-BC59-4E9B-9691-95936B3D9E3E}" destId="{1803AD60-78AA-4C8E-868D-22E57B5FC866}" srcOrd="0" destOrd="0" presId="urn:microsoft.com/office/officeart/2008/layout/LinedList"/>
    <dgm:cxn modelId="{9A5585AF-EA92-44CE-9DAE-A7E78E79A13D}" srcId="{1B08071B-BC59-4E9B-9691-95936B3D9E3E}" destId="{5E2B892D-D896-4FDC-B0B6-6BAA019DC23D}" srcOrd="3" destOrd="0" parTransId="{30634DBD-1F9A-4CE9-8149-50080F3AF611}" sibTransId="{4534832A-EF0A-4F07-91FA-B95553AA4BD2}"/>
    <dgm:cxn modelId="{4C177068-7362-4E27-9AD1-0CB8B9E11E31}" srcId="{1B08071B-BC59-4E9B-9691-95936B3D9E3E}" destId="{4DE08C00-DFB7-4352-9E80-7113C006B159}" srcOrd="1" destOrd="0" parTransId="{C2925587-AE7D-49D6-BB56-EF4BCE371A72}" sibTransId="{57A3974F-8560-4F57-8D15-F0F255C33143}"/>
    <dgm:cxn modelId="{66AAEAEB-04FE-491A-8F44-AE4A79D4C056}" type="presOf" srcId="{3BE5D63E-183E-4DBE-A404-95EE30A69F0A}" destId="{216BA673-C957-4232-879C-F7A3711BB178}" srcOrd="0" destOrd="0" presId="urn:microsoft.com/office/officeart/2008/layout/LinedList"/>
    <dgm:cxn modelId="{E3FA8B52-2C10-4A76-BCB9-26A99B1FCF79}" type="presOf" srcId="{5E2B892D-D896-4FDC-B0B6-6BAA019DC23D}" destId="{5C5B824D-E01E-4390-98C2-9F22AE15AD0B}" srcOrd="0" destOrd="0" presId="urn:microsoft.com/office/officeart/2008/layout/LinedList"/>
    <dgm:cxn modelId="{0F86F93E-8AC7-4431-9F28-AE4A7A8139B7}" type="presOf" srcId="{4DE08C00-DFB7-4352-9E80-7113C006B159}" destId="{A21697A6-3C9D-4147-B03B-199A09E7D010}" srcOrd="0" destOrd="0" presId="urn:microsoft.com/office/officeart/2008/layout/LinedList"/>
    <dgm:cxn modelId="{55207DB5-B042-4530-B2AA-37E48270B00A}" srcId="{1B08071B-BC59-4E9B-9691-95936B3D9E3E}" destId="{6C3E25C5-4426-4F79-B20D-7A4839A44AA7}" srcOrd="0" destOrd="0" parTransId="{BC1B8C95-0A6E-4E24-B044-7000E0E149F8}" sibTransId="{CC8E472A-1B5D-4634-9EED-28052FE48D9C}"/>
    <dgm:cxn modelId="{7597935D-731E-4924-AED2-9DCAE8942527}" srcId="{1B08071B-BC59-4E9B-9691-95936B3D9E3E}" destId="{3BE5D63E-183E-4DBE-A404-95EE30A69F0A}" srcOrd="2" destOrd="0" parTransId="{714B2529-7F01-419F-9412-611E46211B25}" sibTransId="{748D6079-C5EE-44C1-892E-5F0F073CF27D}"/>
    <dgm:cxn modelId="{1EAD8E2E-F3E0-4562-8F71-71957F19F3B1}" type="presOf" srcId="{6C3E25C5-4426-4F79-B20D-7A4839A44AA7}" destId="{2BB28A58-D472-452F-AF21-19DFDF81F698}" srcOrd="0" destOrd="0" presId="urn:microsoft.com/office/officeart/2008/layout/LinedList"/>
    <dgm:cxn modelId="{995EE96B-4557-4820-B6FE-AEAB7877BFFB}" type="presParOf" srcId="{1803AD60-78AA-4C8E-868D-22E57B5FC866}" destId="{0ED07BEC-AAC1-468F-97E5-70CAFA2F01B6}" srcOrd="0" destOrd="0" presId="urn:microsoft.com/office/officeart/2008/layout/LinedList"/>
    <dgm:cxn modelId="{C9F03ED3-86C4-4AE6-8B5A-4DDC9EE1B6EB}" type="presParOf" srcId="{1803AD60-78AA-4C8E-868D-22E57B5FC866}" destId="{6A2038DA-8297-4BD8-9BF0-BDC927652A10}" srcOrd="1" destOrd="0" presId="urn:microsoft.com/office/officeart/2008/layout/LinedList"/>
    <dgm:cxn modelId="{C88DAF93-6673-4782-BCED-E6D0CD9174F7}" type="presParOf" srcId="{6A2038DA-8297-4BD8-9BF0-BDC927652A10}" destId="{2BB28A58-D472-452F-AF21-19DFDF81F698}" srcOrd="0" destOrd="0" presId="urn:microsoft.com/office/officeart/2008/layout/LinedList"/>
    <dgm:cxn modelId="{20517A47-F3FA-4028-8235-B5BD49293C5C}" type="presParOf" srcId="{6A2038DA-8297-4BD8-9BF0-BDC927652A10}" destId="{8426D903-B914-442C-9C52-2A46C2F452AC}" srcOrd="1" destOrd="0" presId="urn:microsoft.com/office/officeart/2008/layout/LinedList"/>
    <dgm:cxn modelId="{18358C27-DB35-457A-988B-C5A7D5F0E442}" type="presParOf" srcId="{1803AD60-78AA-4C8E-868D-22E57B5FC866}" destId="{2A6235DF-76E8-49E3-A277-0DF39892DCC7}" srcOrd="2" destOrd="0" presId="urn:microsoft.com/office/officeart/2008/layout/LinedList"/>
    <dgm:cxn modelId="{F933CFC0-CE51-4990-8C15-147B07CEAB86}" type="presParOf" srcId="{1803AD60-78AA-4C8E-868D-22E57B5FC866}" destId="{BE63A8C3-70B1-4DA5-A36C-9E715F853B0B}" srcOrd="3" destOrd="0" presId="urn:microsoft.com/office/officeart/2008/layout/LinedList"/>
    <dgm:cxn modelId="{EE08A2B7-FEB3-40BD-BC45-7CE3A114CC9C}" type="presParOf" srcId="{BE63A8C3-70B1-4DA5-A36C-9E715F853B0B}" destId="{A21697A6-3C9D-4147-B03B-199A09E7D010}" srcOrd="0" destOrd="0" presId="urn:microsoft.com/office/officeart/2008/layout/LinedList"/>
    <dgm:cxn modelId="{0300BA11-D697-4717-9D11-6D0AED1B53D8}" type="presParOf" srcId="{BE63A8C3-70B1-4DA5-A36C-9E715F853B0B}" destId="{1D9F5856-C664-4D5F-877F-2E947A774F2B}" srcOrd="1" destOrd="0" presId="urn:microsoft.com/office/officeart/2008/layout/LinedList"/>
    <dgm:cxn modelId="{14C676BF-4AF8-4D19-BC3C-07A403F4AA9B}" type="presParOf" srcId="{1803AD60-78AA-4C8E-868D-22E57B5FC866}" destId="{7CF7F44B-6C24-4075-8077-6B6ED1F548D7}" srcOrd="4" destOrd="0" presId="urn:microsoft.com/office/officeart/2008/layout/LinedList"/>
    <dgm:cxn modelId="{7557D669-C275-4474-BD34-708A4BDCCF78}" type="presParOf" srcId="{1803AD60-78AA-4C8E-868D-22E57B5FC866}" destId="{02C80973-E775-4D44-8DA0-2BD4C40B156A}" srcOrd="5" destOrd="0" presId="urn:microsoft.com/office/officeart/2008/layout/LinedList"/>
    <dgm:cxn modelId="{EDE260B4-73C0-417D-A51B-A50B1C07ED13}" type="presParOf" srcId="{02C80973-E775-4D44-8DA0-2BD4C40B156A}" destId="{216BA673-C957-4232-879C-F7A3711BB178}" srcOrd="0" destOrd="0" presId="urn:microsoft.com/office/officeart/2008/layout/LinedList"/>
    <dgm:cxn modelId="{D8F278C5-DE19-41EC-9C77-87FD6A074AC8}" type="presParOf" srcId="{02C80973-E775-4D44-8DA0-2BD4C40B156A}" destId="{9205EC52-05B6-4F02-9A09-1B1D835795F1}" srcOrd="1" destOrd="0" presId="urn:microsoft.com/office/officeart/2008/layout/LinedList"/>
    <dgm:cxn modelId="{7C950EF7-7014-49E3-8988-BB34BEAB2091}" type="presParOf" srcId="{1803AD60-78AA-4C8E-868D-22E57B5FC866}" destId="{C04847C4-F46E-4A26-9109-9A4B69A6A4BB}" srcOrd="6" destOrd="0" presId="urn:microsoft.com/office/officeart/2008/layout/LinedList"/>
    <dgm:cxn modelId="{A5F216AB-E477-4470-A46D-7044FB78249B}" type="presParOf" srcId="{1803AD60-78AA-4C8E-868D-22E57B5FC866}" destId="{55ADB18B-5E49-4D6B-9D6B-1033A0A6831B}" srcOrd="7" destOrd="0" presId="urn:microsoft.com/office/officeart/2008/layout/LinedList"/>
    <dgm:cxn modelId="{F45C9E56-E3D2-4A04-997A-F316F81BC240}" type="presParOf" srcId="{55ADB18B-5E49-4D6B-9D6B-1033A0A6831B}" destId="{5C5B824D-E01E-4390-98C2-9F22AE15AD0B}" srcOrd="0" destOrd="0" presId="urn:microsoft.com/office/officeart/2008/layout/LinedList"/>
    <dgm:cxn modelId="{40C4F83C-97DA-4FB6-BE1D-AC0166CCC330}" type="presParOf" srcId="{55ADB18B-5E49-4D6B-9D6B-1033A0A6831B}" destId="{9A995C95-CCFD-4D91-AB3B-C273FC334E8E}"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ED07BEC-AAC1-468F-97E5-70CAFA2F01B6}">
      <dsp:nvSpPr>
        <dsp:cNvPr id="0" name=""/>
        <dsp:cNvSpPr/>
      </dsp:nvSpPr>
      <dsp:spPr>
        <a:xfrm>
          <a:off x="0" y="0"/>
          <a:ext cx="8128000" cy="0"/>
        </a:xfrm>
        <a:prstGeom prst="line">
          <a:avLst/>
        </a:prstGeom>
        <a:solidFill>
          <a:schemeClr val="accent1">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BB28A58-D472-452F-AF21-19DFDF81F698}">
      <dsp:nvSpPr>
        <dsp:cNvPr id="0" name=""/>
        <dsp:cNvSpPr/>
      </dsp:nvSpPr>
      <dsp:spPr>
        <a:xfrm>
          <a:off x="0" y="0"/>
          <a:ext cx="8128000" cy="11366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1920" tIns="121920" rIns="121920" bIns="121920" numCol="1" spcCol="1270" anchor="t" anchorCtr="0">
          <a:noAutofit/>
        </a:bodyPr>
        <a:lstStyle/>
        <a:p>
          <a:pPr lvl="0" algn="l" defTabSz="1422400">
            <a:lnSpc>
              <a:spcPct val="90000"/>
            </a:lnSpc>
            <a:spcBef>
              <a:spcPct val="0"/>
            </a:spcBef>
            <a:spcAft>
              <a:spcPct val="35000"/>
            </a:spcAft>
          </a:pPr>
          <a:r>
            <a:rPr kumimoji="1" lang="ja-JP" altLang="en-US" sz="3200" kern="1200" dirty="0" smtClean="0">
              <a:hlinkClick xmlns:r="http://schemas.openxmlformats.org/officeDocument/2006/relationships" r:id="" action="ppaction://hlinksldjump"/>
            </a:rPr>
            <a:t>明治大学の理念</a:t>
          </a:r>
          <a:endParaRPr kumimoji="1" lang="ja-JP" altLang="en-US" sz="3200" kern="1200" dirty="0"/>
        </a:p>
      </dsp:txBody>
      <dsp:txXfrm>
        <a:off x="0" y="0"/>
        <a:ext cx="8128000" cy="1136649"/>
      </dsp:txXfrm>
    </dsp:sp>
    <dsp:sp modelId="{2A6235DF-76E8-49E3-A277-0DF39892DCC7}">
      <dsp:nvSpPr>
        <dsp:cNvPr id="0" name=""/>
        <dsp:cNvSpPr/>
      </dsp:nvSpPr>
      <dsp:spPr>
        <a:xfrm>
          <a:off x="0" y="1136649"/>
          <a:ext cx="8128000" cy="0"/>
        </a:xfrm>
        <a:prstGeom prst="line">
          <a:avLst/>
        </a:prstGeom>
        <a:solidFill>
          <a:schemeClr val="accent1">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21697A6-3C9D-4147-B03B-199A09E7D010}">
      <dsp:nvSpPr>
        <dsp:cNvPr id="0" name=""/>
        <dsp:cNvSpPr/>
      </dsp:nvSpPr>
      <dsp:spPr>
        <a:xfrm>
          <a:off x="0" y="1136649"/>
          <a:ext cx="8128000" cy="11366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1920" tIns="121920" rIns="121920" bIns="121920" numCol="1" spcCol="1270" anchor="t" anchorCtr="0">
          <a:noAutofit/>
        </a:bodyPr>
        <a:lstStyle/>
        <a:p>
          <a:pPr lvl="0" algn="l" defTabSz="1422400">
            <a:lnSpc>
              <a:spcPct val="90000"/>
            </a:lnSpc>
            <a:spcBef>
              <a:spcPct val="0"/>
            </a:spcBef>
            <a:spcAft>
              <a:spcPct val="35000"/>
            </a:spcAft>
          </a:pPr>
          <a:r>
            <a:rPr kumimoji="1" lang="ja-JP" altLang="en-US" sz="3200" kern="1200" dirty="0" smtClean="0">
              <a:hlinkClick xmlns:r="http://schemas.openxmlformats.org/officeDocument/2006/relationships" r:id="" action="ppaction://hlinksldjump"/>
            </a:rPr>
            <a:t>データでみる明治大学</a:t>
          </a:r>
          <a:endParaRPr kumimoji="1" lang="ja-JP" altLang="en-US" sz="3200" kern="1200" dirty="0"/>
        </a:p>
      </dsp:txBody>
      <dsp:txXfrm>
        <a:off x="0" y="1136649"/>
        <a:ext cx="8128000" cy="1136649"/>
      </dsp:txXfrm>
    </dsp:sp>
    <dsp:sp modelId="{7CF7F44B-6C24-4075-8077-6B6ED1F548D7}">
      <dsp:nvSpPr>
        <dsp:cNvPr id="0" name=""/>
        <dsp:cNvSpPr/>
      </dsp:nvSpPr>
      <dsp:spPr>
        <a:xfrm>
          <a:off x="0" y="2273299"/>
          <a:ext cx="8128000" cy="0"/>
        </a:xfrm>
        <a:prstGeom prst="line">
          <a:avLst/>
        </a:prstGeom>
        <a:solidFill>
          <a:schemeClr val="accent1">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16BA673-C957-4232-879C-F7A3711BB178}">
      <dsp:nvSpPr>
        <dsp:cNvPr id="0" name=""/>
        <dsp:cNvSpPr/>
      </dsp:nvSpPr>
      <dsp:spPr>
        <a:xfrm>
          <a:off x="0" y="2273299"/>
          <a:ext cx="8128000" cy="11366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1920" tIns="121920" rIns="121920" bIns="121920" numCol="1" spcCol="1270" anchor="t" anchorCtr="0">
          <a:noAutofit/>
        </a:bodyPr>
        <a:lstStyle/>
        <a:p>
          <a:pPr lvl="0" algn="l" defTabSz="1422400">
            <a:lnSpc>
              <a:spcPct val="90000"/>
            </a:lnSpc>
            <a:spcBef>
              <a:spcPct val="0"/>
            </a:spcBef>
            <a:spcAft>
              <a:spcPct val="35000"/>
            </a:spcAft>
          </a:pPr>
          <a:r>
            <a:rPr kumimoji="1" lang="ja-JP" altLang="en-US" sz="3200" kern="1200" dirty="0" smtClean="0">
              <a:hlinkClick xmlns:r="http://schemas.openxmlformats.org/officeDocument/2006/relationships" r:id="" action="ppaction://hlinksldjump"/>
            </a:rPr>
            <a:t>明治大学生田キャンパスへのアクセス</a:t>
          </a:r>
          <a:endParaRPr kumimoji="1" lang="ja-JP" altLang="en-US" sz="3200" kern="1200" dirty="0"/>
        </a:p>
      </dsp:txBody>
      <dsp:txXfrm>
        <a:off x="0" y="2273299"/>
        <a:ext cx="8128000" cy="1136649"/>
      </dsp:txXfrm>
    </dsp:sp>
    <dsp:sp modelId="{C04847C4-F46E-4A26-9109-9A4B69A6A4BB}">
      <dsp:nvSpPr>
        <dsp:cNvPr id="0" name=""/>
        <dsp:cNvSpPr/>
      </dsp:nvSpPr>
      <dsp:spPr>
        <a:xfrm>
          <a:off x="0" y="3409949"/>
          <a:ext cx="8128000" cy="0"/>
        </a:xfrm>
        <a:prstGeom prst="line">
          <a:avLst/>
        </a:prstGeom>
        <a:solidFill>
          <a:schemeClr val="accent1">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C5B824D-E01E-4390-98C2-9F22AE15AD0B}">
      <dsp:nvSpPr>
        <dsp:cNvPr id="0" name=""/>
        <dsp:cNvSpPr/>
      </dsp:nvSpPr>
      <dsp:spPr>
        <a:xfrm>
          <a:off x="0" y="3409949"/>
          <a:ext cx="8128000" cy="11366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1920" tIns="121920" rIns="121920" bIns="121920" numCol="1" spcCol="1270" anchor="t" anchorCtr="0">
          <a:noAutofit/>
        </a:bodyPr>
        <a:lstStyle/>
        <a:p>
          <a:pPr lvl="0" algn="l" defTabSz="1422400">
            <a:lnSpc>
              <a:spcPct val="90000"/>
            </a:lnSpc>
            <a:spcBef>
              <a:spcPct val="0"/>
            </a:spcBef>
            <a:spcAft>
              <a:spcPct val="35000"/>
            </a:spcAft>
          </a:pPr>
          <a:r>
            <a:rPr kumimoji="1" lang="ja-JP" altLang="en-US" sz="3200" kern="1200" dirty="0" smtClean="0">
              <a:hlinkClick xmlns:r="http://schemas.openxmlformats.org/officeDocument/2006/relationships" r:id="" action="ppaction://hlinksldjump"/>
            </a:rPr>
            <a:t>明治大学公式キャラクター「めいじろう」</a:t>
          </a:r>
          <a:endParaRPr kumimoji="1" lang="ja-JP" altLang="en-US" sz="3200" kern="1200" dirty="0"/>
        </a:p>
      </dsp:txBody>
      <dsp:txXfrm>
        <a:off x="0" y="3409949"/>
        <a:ext cx="8128000" cy="1136649"/>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2D10F09-F9CD-4BB1-875D-D77D0C76761C}" type="datetimeFigureOut">
              <a:rPr kumimoji="1" lang="ja-JP" altLang="en-US" smtClean="0"/>
              <a:t>2020/4/25</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DBCD395-335B-4804-8AC8-638F91D1E1BD}" type="slidenum">
              <a:rPr kumimoji="1" lang="ja-JP" altLang="en-US" smtClean="0"/>
              <a:t>‹#›</a:t>
            </a:fld>
            <a:endParaRPr kumimoji="1" lang="ja-JP" altLang="en-US"/>
          </a:p>
        </p:txBody>
      </p:sp>
    </p:spTree>
    <p:extLst>
      <p:ext uri="{BB962C8B-B14F-4D97-AF65-F5344CB8AC3E}">
        <p14:creationId xmlns:p14="http://schemas.microsoft.com/office/powerpoint/2010/main" val="4150784320"/>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10"/>
          </p:nvPr>
        </p:nvSpPr>
        <p:spPr/>
        <p:txBody>
          <a:bodyPr/>
          <a:lstStyle/>
          <a:p>
            <a:fld id="{4DBCD395-335B-4804-8AC8-638F91D1E1BD}" type="slidenum">
              <a:rPr kumimoji="1" lang="ja-JP" altLang="en-US" smtClean="0"/>
              <a:t>2</a:t>
            </a:fld>
            <a:endParaRPr kumimoji="1" lang="ja-JP" altLang="en-US"/>
          </a:p>
        </p:txBody>
      </p:sp>
    </p:spTree>
    <p:extLst>
      <p:ext uri="{BB962C8B-B14F-4D97-AF65-F5344CB8AC3E}">
        <p14:creationId xmlns:p14="http://schemas.microsoft.com/office/powerpoint/2010/main" val="128039169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タイトル スライド">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ja-JP" altLang="en-US" smtClean="0"/>
              <a:t>マスター タイトルの書式設定</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ja-JP" altLang="en-US" smtClean="0"/>
              <a:t>マスター サブタイトルの書式設定</a:t>
            </a:r>
            <a:endParaRPr lang="en-US" dirty="0"/>
          </a:p>
        </p:txBody>
      </p:sp>
      <p:sp>
        <p:nvSpPr>
          <p:cNvPr id="4" name="Date Placeholder 3"/>
          <p:cNvSpPr>
            <a:spLocks noGrp="1"/>
          </p:cNvSpPr>
          <p:nvPr>
            <p:ph type="dt" sz="half" idx="10"/>
          </p:nvPr>
        </p:nvSpPr>
        <p:spPr/>
        <p:txBody>
          <a:bodyPr/>
          <a:lstStyle/>
          <a:p>
            <a:fld id="{128180F1-693B-4083-A6CB-8AEC38503BE3}" type="datetime1">
              <a:rPr kumimoji="1" lang="ja-JP" altLang="en-US" smtClean="0"/>
              <a:t>2020/4/25</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6651ECFF-2854-424D-8B49-D94BBB1FBBE7}" type="slidenum">
              <a:rPr kumimoji="1" lang="ja-JP" altLang="en-US" smtClean="0"/>
              <a:t>‹#›</a:t>
            </a:fld>
            <a:endParaRPr kumimoji="1" lang="ja-JP" altLang="en-US"/>
          </a:p>
        </p:txBody>
      </p:sp>
    </p:spTree>
    <p:extLst>
      <p:ext uri="{BB962C8B-B14F-4D97-AF65-F5344CB8AC3E}">
        <p14:creationId xmlns:p14="http://schemas.microsoft.com/office/powerpoint/2010/main" val="10971316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ja-JP" altLang="en-US" smtClean="0"/>
              <a:t>マスター タイトルの書式設定</a:t>
            </a:r>
            <a:endParaRPr lang="en-US" dirty="0"/>
          </a:p>
        </p:txBody>
      </p:sp>
      <p:sp>
        <p:nvSpPr>
          <p:cNvPr id="3" name="Content Placeholder 2"/>
          <p:cNvSpPr>
            <a:spLocks noGrp="1"/>
          </p:cNvSpPr>
          <p:nvPr>
            <p:ph idx="1"/>
          </p:nvPr>
        </p:nvSpPr>
        <p:spPr/>
        <p:txBody>
          <a:bodyPr/>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en-US" dirty="0"/>
          </a:p>
        </p:txBody>
      </p:sp>
      <p:sp>
        <p:nvSpPr>
          <p:cNvPr id="4" name="Date Placeholder 3"/>
          <p:cNvSpPr>
            <a:spLocks noGrp="1"/>
          </p:cNvSpPr>
          <p:nvPr>
            <p:ph type="dt" sz="half" idx="10"/>
          </p:nvPr>
        </p:nvSpPr>
        <p:spPr/>
        <p:txBody>
          <a:bodyPr/>
          <a:lstStyle/>
          <a:p>
            <a:fld id="{FFAA549D-868F-41BC-87E9-1F1B4CF9E5EF}" type="datetime1">
              <a:rPr kumimoji="1" lang="ja-JP" altLang="en-US" smtClean="0"/>
              <a:t>2020/4/25</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6651ECFF-2854-424D-8B49-D94BBB1FBBE7}" type="slidenum">
              <a:rPr kumimoji="1" lang="ja-JP" altLang="en-US" smtClean="0"/>
              <a:t>‹#›</a:t>
            </a:fld>
            <a:endParaRPr kumimoji="1" lang="ja-JP" altLang="en-US"/>
          </a:p>
        </p:txBody>
      </p:sp>
    </p:spTree>
    <p:extLst>
      <p:ext uri="{BB962C8B-B14F-4D97-AF65-F5344CB8AC3E}">
        <p14:creationId xmlns:p14="http://schemas.microsoft.com/office/powerpoint/2010/main" val="32213416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ja-JP" altLang="en-US" smtClean="0"/>
              <a:t>マスター タイトルの書式設定</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ja-JP" altLang="en-US" smtClean="0"/>
              <a:t>マスター テキストの書式設定</a:t>
            </a:r>
          </a:p>
        </p:txBody>
      </p:sp>
      <p:sp>
        <p:nvSpPr>
          <p:cNvPr id="4" name="Date Placeholder 3"/>
          <p:cNvSpPr>
            <a:spLocks noGrp="1"/>
          </p:cNvSpPr>
          <p:nvPr>
            <p:ph type="dt" sz="half" idx="10"/>
          </p:nvPr>
        </p:nvSpPr>
        <p:spPr/>
        <p:txBody>
          <a:bodyPr/>
          <a:lstStyle/>
          <a:p>
            <a:fld id="{EEC270B7-CB1F-4EC8-B108-261769322B07}" type="datetime1">
              <a:rPr kumimoji="1" lang="ja-JP" altLang="en-US" smtClean="0"/>
              <a:t>2020/4/25</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6651ECFF-2854-424D-8B49-D94BBB1FBBE7}" type="slidenum">
              <a:rPr kumimoji="1" lang="ja-JP" altLang="en-US" smtClean="0"/>
              <a:t>‹#›</a:t>
            </a:fld>
            <a:endParaRPr kumimoji="1" lang="ja-JP" altLang="en-US"/>
          </a:p>
        </p:txBody>
      </p:sp>
    </p:spTree>
    <p:extLst>
      <p:ext uri="{BB962C8B-B14F-4D97-AF65-F5344CB8AC3E}">
        <p14:creationId xmlns:p14="http://schemas.microsoft.com/office/powerpoint/2010/main" val="6593406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smtClean="0"/>
              <a:t>マスター タイトルの書式設定</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en-US" dirty="0"/>
          </a:p>
        </p:txBody>
      </p:sp>
      <p:sp>
        <p:nvSpPr>
          <p:cNvPr id="5" name="Date Placeholder 4"/>
          <p:cNvSpPr>
            <a:spLocks noGrp="1"/>
          </p:cNvSpPr>
          <p:nvPr>
            <p:ph type="dt" sz="half" idx="10"/>
          </p:nvPr>
        </p:nvSpPr>
        <p:spPr/>
        <p:txBody>
          <a:bodyPr/>
          <a:lstStyle/>
          <a:p>
            <a:fld id="{CA8E97CD-3DC3-4D60-B096-D14E9B5DDD5C}" type="datetime1">
              <a:rPr kumimoji="1" lang="ja-JP" altLang="en-US" smtClean="0"/>
              <a:t>2020/4/25</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6651ECFF-2854-424D-8B49-D94BBB1FBBE7}" type="slidenum">
              <a:rPr kumimoji="1" lang="ja-JP" altLang="en-US" smtClean="0"/>
              <a:t>‹#›</a:t>
            </a:fld>
            <a:endParaRPr kumimoji="1" lang="ja-JP" altLang="en-US"/>
          </a:p>
        </p:txBody>
      </p:sp>
    </p:spTree>
    <p:extLst>
      <p:ext uri="{BB962C8B-B14F-4D97-AF65-F5344CB8AC3E}">
        <p14:creationId xmlns:p14="http://schemas.microsoft.com/office/powerpoint/2010/main" val="103948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ja-JP" altLang="en-US" smtClean="0"/>
              <a:t>マスター タイトルの書式設定</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smtClean="0"/>
              <a:t>マスター テキストの書式設定</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smtClean="0"/>
              <a:t>マスター テキストの書式設定</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en-US" dirty="0"/>
          </a:p>
        </p:txBody>
      </p:sp>
      <p:sp>
        <p:nvSpPr>
          <p:cNvPr id="7" name="Date Placeholder 6"/>
          <p:cNvSpPr>
            <a:spLocks noGrp="1"/>
          </p:cNvSpPr>
          <p:nvPr>
            <p:ph type="dt" sz="half" idx="10"/>
          </p:nvPr>
        </p:nvSpPr>
        <p:spPr/>
        <p:txBody>
          <a:bodyPr/>
          <a:lstStyle/>
          <a:p>
            <a:fld id="{C741D85B-16CA-4D87-A92B-A99D83B53E1D}" type="datetime1">
              <a:rPr kumimoji="1" lang="ja-JP" altLang="en-US" smtClean="0"/>
              <a:t>2020/4/25</a:t>
            </a:fld>
            <a:endParaRPr kumimoji="1" lang="ja-JP" altLang="en-US"/>
          </a:p>
        </p:txBody>
      </p:sp>
      <p:sp>
        <p:nvSpPr>
          <p:cNvPr id="8" name="Footer Placeholder 7"/>
          <p:cNvSpPr>
            <a:spLocks noGrp="1"/>
          </p:cNvSpPr>
          <p:nvPr>
            <p:ph type="ftr" sz="quarter" idx="11"/>
          </p:nvPr>
        </p:nvSpPr>
        <p:spPr/>
        <p:txBody>
          <a:bodyPr/>
          <a:lstStyle/>
          <a:p>
            <a:endParaRPr kumimoji="1" lang="ja-JP" altLang="en-US"/>
          </a:p>
        </p:txBody>
      </p:sp>
      <p:sp>
        <p:nvSpPr>
          <p:cNvPr id="9" name="Slide Number Placeholder 8"/>
          <p:cNvSpPr>
            <a:spLocks noGrp="1"/>
          </p:cNvSpPr>
          <p:nvPr>
            <p:ph type="sldNum" sz="quarter" idx="12"/>
          </p:nvPr>
        </p:nvSpPr>
        <p:spPr/>
        <p:txBody>
          <a:bodyPr/>
          <a:lstStyle/>
          <a:p>
            <a:fld id="{6651ECFF-2854-424D-8B49-D94BBB1FBBE7}" type="slidenum">
              <a:rPr kumimoji="1" lang="ja-JP" altLang="en-US" smtClean="0"/>
              <a:t>‹#›</a:t>
            </a:fld>
            <a:endParaRPr kumimoji="1" lang="ja-JP" altLang="en-US"/>
          </a:p>
        </p:txBody>
      </p:sp>
    </p:spTree>
    <p:extLst>
      <p:ext uri="{BB962C8B-B14F-4D97-AF65-F5344CB8AC3E}">
        <p14:creationId xmlns:p14="http://schemas.microsoft.com/office/powerpoint/2010/main" val="12381991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ja-JP" altLang="en-US" smtClean="0"/>
              <a:t>マスター タイトルの書式設定</a:t>
            </a:r>
            <a:endParaRPr lang="en-US" dirty="0"/>
          </a:p>
        </p:txBody>
      </p:sp>
      <p:sp>
        <p:nvSpPr>
          <p:cNvPr id="3" name="Date Placeholder 2"/>
          <p:cNvSpPr>
            <a:spLocks noGrp="1"/>
          </p:cNvSpPr>
          <p:nvPr>
            <p:ph type="dt" sz="half" idx="10"/>
          </p:nvPr>
        </p:nvSpPr>
        <p:spPr/>
        <p:txBody>
          <a:bodyPr/>
          <a:lstStyle/>
          <a:p>
            <a:fld id="{2D2565C6-BC1A-4687-8602-55690A2C2CA5}" type="datetime1">
              <a:rPr kumimoji="1" lang="ja-JP" altLang="en-US" smtClean="0"/>
              <a:t>2020/4/25</a:t>
            </a:fld>
            <a:endParaRPr kumimoji="1" lang="ja-JP" altLang="en-US"/>
          </a:p>
        </p:txBody>
      </p:sp>
      <p:sp>
        <p:nvSpPr>
          <p:cNvPr id="4" name="Footer Placeholder 3"/>
          <p:cNvSpPr>
            <a:spLocks noGrp="1"/>
          </p:cNvSpPr>
          <p:nvPr>
            <p:ph type="ftr" sz="quarter" idx="11"/>
          </p:nvPr>
        </p:nvSpPr>
        <p:spPr/>
        <p:txBody>
          <a:bodyPr/>
          <a:lstStyle/>
          <a:p>
            <a:endParaRPr kumimoji="1" lang="ja-JP" altLang="en-US"/>
          </a:p>
        </p:txBody>
      </p:sp>
      <p:sp>
        <p:nvSpPr>
          <p:cNvPr id="5" name="Slide Number Placeholder 4"/>
          <p:cNvSpPr>
            <a:spLocks noGrp="1"/>
          </p:cNvSpPr>
          <p:nvPr>
            <p:ph type="sldNum" sz="quarter" idx="12"/>
          </p:nvPr>
        </p:nvSpPr>
        <p:spPr/>
        <p:txBody>
          <a:bodyPr/>
          <a:lstStyle/>
          <a:p>
            <a:fld id="{6651ECFF-2854-424D-8B49-D94BBB1FBBE7}" type="slidenum">
              <a:rPr kumimoji="1" lang="ja-JP" altLang="en-US" smtClean="0"/>
              <a:t>‹#›</a:t>
            </a:fld>
            <a:endParaRPr kumimoji="1" lang="ja-JP" altLang="en-US"/>
          </a:p>
        </p:txBody>
      </p:sp>
    </p:spTree>
    <p:extLst>
      <p:ext uri="{BB962C8B-B14F-4D97-AF65-F5344CB8AC3E}">
        <p14:creationId xmlns:p14="http://schemas.microsoft.com/office/powerpoint/2010/main" val="28469114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DB29C45-31D5-4656-BBAD-50618727BFC6}" type="datetime1">
              <a:rPr kumimoji="1" lang="ja-JP" altLang="en-US" smtClean="0"/>
              <a:t>2020/4/25</a:t>
            </a:fld>
            <a:endParaRPr kumimoji="1" lang="ja-JP" altLang="en-US"/>
          </a:p>
        </p:txBody>
      </p:sp>
      <p:sp>
        <p:nvSpPr>
          <p:cNvPr id="3" name="Footer Placeholder 2"/>
          <p:cNvSpPr>
            <a:spLocks noGrp="1"/>
          </p:cNvSpPr>
          <p:nvPr>
            <p:ph type="ftr" sz="quarter" idx="11"/>
          </p:nvPr>
        </p:nvSpPr>
        <p:spPr/>
        <p:txBody>
          <a:bodyPr/>
          <a:lstStyle/>
          <a:p>
            <a:endParaRPr kumimoji="1" lang="ja-JP" altLang="en-US"/>
          </a:p>
        </p:txBody>
      </p:sp>
      <p:sp>
        <p:nvSpPr>
          <p:cNvPr id="4" name="Slide Number Placeholder 3"/>
          <p:cNvSpPr>
            <a:spLocks noGrp="1"/>
          </p:cNvSpPr>
          <p:nvPr>
            <p:ph type="sldNum" sz="quarter" idx="12"/>
          </p:nvPr>
        </p:nvSpPr>
        <p:spPr/>
        <p:txBody>
          <a:bodyPr/>
          <a:lstStyle/>
          <a:p>
            <a:fld id="{6651ECFF-2854-424D-8B49-D94BBB1FBBE7}" type="slidenum">
              <a:rPr kumimoji="1" lang="ja-JP" altLang="en-US" smtClean="0"/>
              <a:t>‹#›</a:t>
            </a:fld>
            <a:endParaRPr kumimoji="1" lang="ja-JP" altLang="en-US"/>
          </a:p>
        </p:txBody>
      </p:sp>
    </p:spTree>
    <p:extLst>
      <p:ext uri="{BB962C8B-B14F-4D97-AF65-F5344CB8AC3E}">
        <p14:creationId xmlns:p14="http://schemas.microsoft.com/office/powerpoint/2010/main" val="22810820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10;コンテンツ">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ja-JP" altLang="en-US" smtClean="0"/>
              <a:t>マスター タイトルの書式設定</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ja-JP" altLang="en-US" smtClean="0"/>
              <a:t>マスター テキストの書式設定</a:t>
            </a:r>
          </a:p>
        </p:txBody>
      </p:sp>
      <p:sp>
        <p:nvSpPr>
          <p:cNvPr id="5" name="Date Placeholder 4"/>
          <p:cNvSpPr>
            <a:spLocks noGrp="1"/>
          </p:cNvSpPr>
          <p:nvPr>
            <p:ph type="dt" sz="half" idx="10"/>
          </p:nvPr>
        </p:nvSpPr>
        <p:spPr/>
        <p:txBody>
          <a:bodyPr/>
          <a:lstStyle/>
          <a:p>
            <a:fld id="{2F9E5BB3-8749-46EC-8E09-ACF66B71ACE0}" type="datetime1">
              <a:rPr kumimoji="1" lang="ja-JP" altLang="en-US" smtClean="0"/>
              <a:t>2020/4/25</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6651ECFF-2854-424D-8B49-D94BBB1FBBE7}" type="slidenum">
              <a:rPr kumimoji="1" lang="ja-JP" altLang="en-US" smtClean="0"/>
              <a:t>‹#›</a:t>
            </a:fld>
            <a:endParaRPr kumimoji="1" lang="ja-JP" altLang="en-US"/>
          </a:p>
        </p:txBody>
      </p:sp>
    </p:spTree>
    <p:extLst>
      <p:ext uri="{BB962C8B-B14F-4D97-AF65-F5344CB8AC3E}">
        <p14:creationId xmlns:p14="http://schemas.microsoft.com/office/powerpoint/2010/main" val="38300843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ja-JP" altLang="en-US" smtClean="0"/>
              <a:t>マスター タイトルの書式設定</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ja-JP" altLang="en-US" smtClean="0"/>
              <a:t>図を追加</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smtClean="0"/>
              <a:t>マスター テキストの書式設定</a:t>
            </a:r>
          </a:p>
        </p:txBody>
      </p:sp>
      <p:sp>
        <p:nvSpPr>
          <p:cNvPr id="5" name="Date Placeholder 4"/>
          <p:cNvSpPr>
            <a:spLocks noGrp="1"/>
          </p:cNvSpPr>
          <p:nvPr>
            <p:ph type="dt" sz="half" idx="10"/>
          </p:nvPr>
        </p:nvSpPr>
        <p:spPr/>
        <p:txBody>
          <a:bodyPr/>
          <a:lstStyle/>
          <a:p>
            <a:fld id="{29A1EBFA-1BFB-4C7D-9271-D9C89FB88CE0}" type="datetime1">
              <a:rPr kumimoji="1" lang="ja-JP" altLang="en-US" smtClean="0"/>
              <a:t>2020/4/25</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6651ECFF-2854-424D-8B49-D94BBB1FBBE7}" type="slidenum">
              <a:rPr kumimoji="1" lang="ja-JP" altLang="en-US" smtClean="0"/>
              <a:t>‹#›</a:t>
            </a:fld>
            <a:endParaRPr kumimoji="1" lang="ja-JP" altLang="en-US"/>
          </a:p>
        </p:txBody>
      </p:sp>
    </p:spTree>
    <p:extLst>
      <p:ext uri="{BB962C8B-B14F-4D97-AF65-F5344CB8AC3E}">
        <p14:creationId xmlns:p14="http://schemas.microsoft.com/office/powerpoint/2010/main" val="23238842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タイトルとキャプション">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ja-JP" altLang="en-US" smtClean="0"/>
              <a:t>マスター タイトルの書式設定</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ja-JP" altLang="en-US" smtClean="0"/>
              <a:t>マスター テキストの書式設定</a:t>
            </a:r>
          </a:p>
        </p:txBody>
      </p:sp>
      <p:sp>
        <p:nvSpPr>
          <p:cNvPr id="4" name="Date Placeholder 3"/>
          <p:cNvSpPr>
            <a:spLocks noGrp="1"/>
          </p:cNvSpPr>
          <p:nvPr>
            <p:ph type="dt" sz="half" idx="10"/>
          </p:nvPr>
        </p:nvSpPr>
        <p:spPr/>
        <p:txBody>
          <a:bodyPr/>
          <a:lstStyle/>
          <a:p>
            <a:fld id="{3771960B-90DD-4B11-BE02-295D96BB61C5}" type="datetime1">
              <a:rPr kumimoji="1" lang="ja-JP" altLang="en-US" smtClean="0"/>
              <a:t>2020/4/25</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6651ECFF-2854-424D-8B49-D94BBB1FBBE7}" type="slidenum">
              <a:rPr kumimoji="1" lang="ja-JP" altLang="en-US" smtClean="0"/>
              <a:t>‹#›</a:t>
            </a:fld>
            <a:endParaRPr kumimoji="1" lang="ja-JP" altLang="en-US"/>
          </a:p>
        </p:txBody>
      </p:sp>
    </p:spTree>
    <p:extLst>
      <p:ext uri="{BB962C8B-B14F-4D97-AF65-F5344CB8AC3E}">
        <p14:creationId xmlns:p14="http://schemas.microsoft.com/office/powerpoint/2010/main" val="42157422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引用 (キャプション付き)">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ja-JP" altLang="en-US" smtClean="0"/>
              <a:t>マスター タイトルの書式設定</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ja-JP" altLang="en-US" smtClean="0"/>
              <a:t>マスター テキストの書式設定</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ja-JP" altLang="en-US" smtClean="0"/>
              <a:t>マスター テキストの書式設定</a:t>
            </a:r>
          </a:p>
        </p:txBody>
      </p:sp>
      <p:sp>
        <p:nvSpPr>
          <p:cNvPr id="4" name="Date Placeholder 3"/>
          <p:cNvSpPr>
            <a:spLocks noGrp="1"/>
          </p:cNvSpPr>
          <p:nvPr>
            <p:ph type="dt" sz="half" idx="10"/>
          </p:nvPr>
        </p:nvSpPr>
        <p:spPr/>
        <p:txBody>
          <a:bodyPr/>
          <a:lstStyle/>
          <a:p>
            <a:fld id="{C8BE06C8-7490-402F-BC9B-B68FC5CE224B}" type="datetime1">
              <a:rPr kumimoji="1" lang="ja-JP" altLang="en-US" smtClean="0"/>
              <a:t>2020/4/25</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6651ECFF-2854-424D-8B49-D94BBB1FBBE7}" type="slidenum">
              <a:rPr kumimoji="1" lang="ja-JP" altLang="en-US" smtClean="0"/>
              <a:t>‹#›</a:t>
            </a:fld>
            <a:endParaRPr kumimoji="1" lang="ja-JP" alt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363469571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名札">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ja-JP" altLang="en-US" smtClean="0"/>
              <a:t>マスター タイトルの書式設定</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ja-JP" altLang="en-US" smtClean="0"/>
              <a:t>マスター テキストの書式設定</a:t>
            </a:r>
          </a:p>
        </p:txBody>
      </p:sp>
      <p:sp>
        <p:nvSpPr>
          <p:cNvPr id="4" name="Date Placeholder 3"/>
          <p:cNvSpPr>
            <a:spLocks noGrp="1"/>
          </p:cNvSpPr>
          <p:nvPr>
            <p:ph type="dt" sz="half" idx="10"/>
          </p:nvPr>
        </p:nvSpPr>
        <p:spPr/>
        <p:txBody>
          <a:bodyPr/>
          <a:lstStyle/>
          <a:p>
            <a:fld id="{BE020953-7E57-4683-9DD0-C6D932CEA436}" type="datetime1">
              <a:rPr kumimoji="1" lang="ja-JP" altLang="en-US" smtClean="0"/>
              <a:t>2020/4/25</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6651ECFF-2854-424D-8B49-D94BBB1FBBE7}" type="slidenum">
              <a:rPr kumimoji="1" lang="ja-JP" altLang="en-US" smtClean="0"/>
              <a:t>‹#›</a:t>
            </a:fld>
            <a:endParaRPr kumimoji="1" lang="ja-JP" altLang="en-US"/>
          </a:p>
        </p:txBody>
      </p:sp>
    </p:spTree>
    <p:extLst>
      <p:ext uri="{BB962C8B-B14F-4D97-AF65-F5344CB8AC3E}">
        <p14:creationId xmlns:p14="http://schemas.microsoft.com/office/powerpoint/2010/main" val="306798989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引用付きの名札">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ja-JP" altLang="en-US" smtClean="0"/>
              <a:t>マスター タイトルの書式設定</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ja-JP" altLang="en-US" smtClean="0"/>
              <a:t>マスター テキストの書式設定</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ja-JP" altLang="en-US" smtClean="0"/>
              <a:t>マスター テキストの書式設定</a:t>
            </a:r>
          </a:p>
        </p:txBody>
      </p:sp>
      <p:sp>
        <p:nvSpPr>
          <p:cNvPr id="4" name="Date Placeholder 3"/>
          <p:cNvSpPr>
            <a:spLocks noGrp="1"/>
          </p:cNvSpPr>
          <p:nvPr>
            <p:ph type="dt" sz="half" idx="10"/>
          </p:nvPr>
        </p:nvSpPr>
        <p:spPr/>
        <p:txBody>
          <a:bodyPr/>
          <a:lstStyle/>
          <a:p>
            <a:fld id="{3FABA774-DDA0-42CB-8ADE-70DA500BC5AB}" type="datetime1">
              <a:rPr kumimoji="1" lang="ja-JP" altLang="en-US" smtClean="0"/>
              <a:t>2020/4/25</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6651ECFF-2854-424D-8B49-D94BBB1FBBE7}" type="slidenum">
              <a:rPr kumimoji="1" lang="ja-JP" altLang="en-US" smtClean="0"/>
              <a:t>‹#›</a:t>
            </a:fld>
            <a:endParaRPr kumimoji="1" lang="ja-JP" alt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92373375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真または偽">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ja-JP" altLang="en-US" smtClean="0"/>
              <a:t>マスター タイトルの書式設定</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ja-JP" altLang="en-US" smtClean="0"/>
              <a:t>マスター テキストの書式設定</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ja-JP" altLang="en-US" smtClean="0"/>
              <a:t>マスター テキストの書式設定</a:t>
            </a:r>
          </a:p>
        </p:txBody>
      </p:sp>
      <p:sp>
        <p:nvSpPr>
          <p:cNvPr id="4" name="Date Placeholder 3"/>
          <p:cNvSpPr>
            <a:spLocks noGrp="1"/>
          </p:cNvSpPr>
          <p:nvPr>
            <p:ph type="dt" sz="half" idx="10"/>
          </p:nvPr>
        </p:nvSpPr>
        <p:spPr/>
        <p:txBody>
          <a:bodyPr/>
          <a:lstStyle/>
          <a:p>
            <a:fld id="{1D357A4D-9DCB-4D13-9BBE-065A2AF53674}" type="datetime1">
              <a:rPr kumimoji="1" lang="ja-JP" altLang="en-US" smtClean="0"/>
              <a:t>2020/4/25</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6651ECFF-2854-424D-8B49-D94BBB1FBBE7}" type="slidenum">
              <a:rPr kumimoji="1" lang="ja-JP" altLang="en-US" smtClean="0"/>
              <a:t>‹#›</a:t>
            </a:fld>
            <a:endParaRPr kumimoji="1" lang="ja-JP" altLang="en-US"/>
          </a:p>
        </p:txBody>
      </p:sp>
    </p:spTree>
    <p:extLst>
      <p:ext uri="{BB962C8B-B14F-4D97-AF65-F5344CB8AC3E}">
        <p14:creationId xmlns:p14="http://schemas.microsoft.com/office/powerpoint/2010/main" val="377786262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タイトルと&#10;縦書きテキスト">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smtClean="0"/>
              <a:t>マスター タイトルの書式設定</a:t>
            </a:r>
            <a:endParaRPr lang="en-US" dirty="0"/>
          </a:p>
        </p:txBody>
      </p:sp>
      <p:sp>
        <p:nvSpPr>
          <p:cNvPr id="3" name="Vertical Text Placeholder 2"/>
          <p:cNvSpPr>
            <a:spLocks noGrp="1"/>
          </p:cNvSpPr>
          <p:nvPr>
            <p:ph type="body" orient="vert" idx="1"/>
          </p:nvPr>
        </p:nvSpPr>
        <p:spPr/>
        <p:txBody>
          <a:bodyPr vert="eaVert"/>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en-US" dirty="0"/>
          </a:p>
        </p:txBody>
      </p:sp>
      <p:sp>
        <p:nvSpPr>
          <p:cNvPr id="4" name="Date Placeholder 3"/>
          <p:cNvSpPr>
            <a:spLocks noGrp="1"/>
          </p:cNvSpPr>
          <p:nvPr>
            <p:ph type="dt" sz="half" idx="10"/>
          </p:nvPr>
        </p:nvSpPr>
        <p:spPr/>
        <p:txBody>
          <a:bodyPr/>
          <a:lstStyle/>
          <a:p>
            <a:fld id="{B5820903-052A-4F3B-81D2-8FBB782FC000}" type="datetime1">
              <a:rPr kumimoji="1" lang="ja-JP" altLang="en-US" smtClean="0"/>
              <a:t>2020/4/25</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6651ECFF-2854-424D-8B49-D94BBB1FBBE7}" type="slidenum">
              <a:rPr kumimoji="1" lang="ja-JP" altLang="en-US" smtClean="0"/>
              <a:t>‹#›</a:t>
            </a:fld>
            <a:endParaRPr kumimoji="1" lang="ja-JP" altLang="en-US"/>
          </a:p>
        </p:txBody>
      </p:sp>
    </p:spTree>
    <p:extLst>
      <p:ext uri="{BB962C8B-B14F-4D97-AF65-F5344CB8AC3E}">
        <p14:creationId xmlns:p14="http://schemas.microsoft.com/office/powerpoint/2010/main" val="303307589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ja-JP" altLang="en-US" smtClean="0"/>
              <a:t>マスター タイトルの書式設定</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en-US" dirty="0"/>
          </a:p>
        </p:txBody>
      </p:sp>
      <p:sp>
        <p:nvSpPr>
          <p:cNvPr id="4" name="Date Placeholder 3"/>
          <p:cNvSpPr>
            <a:spLocks noGrp="1"/>
          </p:cNvSpPr>
          <p:nvPr>
            <p:ph type="dt" sz="half" idx="10"/>
          </p:nvPr>
        </p:nvSpPr>
        <p:spPr/>
        <p:txBody>
          <a:bodyPr/>
          <a:lstStyle/>
          <a:p>
            <a:fld id="{C725354F-91BE-4F51-B6DB-0DB8A98AB2FB}" type="datetime1">
              <a:rPr kumimoji="1" lang="ja-JP" altLang="en-US" smtClean="0"/>
              <a:t>2020/4/25</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6651ECFF-2854-424D-8B49-D94BBB1FBBE7}" type="slidenum">
              <a:rPr kumimoji="1" lang="ja-JP" altLang="en-US" smtClean="0"/>
              <a:t>‹#›</a:t>
            </a:fld>
            <a:endParaRPr kumimoji="1" lang="ja-JP" altLang="en-US"/>
          </a:p>
        </p:txBody>
      </p:sp>
    </p:spTree>
    <p:extLst>
      <p:ext uri="{BB962C8B-B14F-4D97-AF65-F5344CB8AC3E}">
        <p14:creationId xmlns:p14="http://schemas.microsoft.com/office/powerpoint/2010/main" val="13660553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ja-JP" altLang="en-US" smtClean="0"/>
              <a:t>マスター タイトルの書式設定</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DCD5E81D-E481-44E1-9259-A585117072EA}" type="datetime1">
              <a:rPr kumimoji="1" lang="ja-JP" altLang="en-US" smtClean="0"/>
              <a:t>2020/4/25</a:t>
            </a:fld>
            <a:endParaRPr kumimoji="1" lang="ja-JP" alt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kumimoji="1" lang="ja-JP" alt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6651ECFF-2854-424D-8B49-D94BBB1FBBE7}" type="slidenum">
              <a:rPr kumimoji="1" lang="ja-JP" altLang="en-US" smtClean="0"/>
              <a:t>‹#›</a:t>
            </a:fld>
            <a:endParaRPr kumimoji="1" lang="ja-JP" altLang="en-US"/>
          </a:p>
        </p:txBody>
      </p:sp>
    </p:spTree>
    <p:extLst>
      <p:ext uri="{BB962C8B-B14F-4D97-AF65-F5344CB8AC3E}">
        <p14:creationId xmlns:p14="http://schemas.microsoft.com/office/powerpoint/2010/main" val="405757240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hf hdr="0" ftr="0" dt="0"/>
  <p:txStyles>
    <p:titleStyle>
      <a:lvl1pPr algn="l" defTabSz="457200" rtl="0" eaLnBrk="1" latinLnBrk="0" hangingPunct="1">
        <a:spcBef>
          <a:spcPct val="0"/>
        </a:spcBef>
        <a:buNone/>
        <a:defRPr kumimoji="1" sz="3600" kern="1200">
          <a:solidFill>
            <a:schemeClr val="accent1"/>
          </a:solidFill>
          <a:latin typeface="+mj-lt"/>
          <a:ea typeface="+mj-ea"/>
          <a:cs typeface="+mj-cs"/>
        </a:defRPr>
      </a:lvl1pPr>
      <a:lvl2pPr eaLnBrk="1" hangingPunct="1">
        <a:defRPr kumimoji="1">
          <a:solidFill>
            <a:schemeClr val="tx2"/>
          </a:solidFill>
        </a:defRPr>
      </a:lvl2pPr>
      <a:lvl3pPr eaLnBrk="1" hangingPunct="1">
        <a:defRPr kumimoji="1">
          <a:solidFill>
            <a:schemeClr val="tx2"/>
          </a:solidFill>
        </a:defRPr>
      </a:lvl3pPr>
      <a:lvl4pPr eaLnBrk="1" hangingPunct="1">
        <a:defRPr kumimoji="1">
          <a:solidFill>
            <a:schemeClr val="tx2"/>
          </a:solidFill>
        </a:defRPr>
      </a:lvl4pPr>
      <a:lvl5pPr eaLnBrk="1" hangingPunct="1">
        <a:defRPr kumimoji="1">
          <a:solidFill>
            <a:schemeClr val="tx2"/>
          </a:solidFill>
        </a:defRPr>
      </a:lvl5pPr>
      <a:lvl6pPr eaLnBrk="1" hangingPunct="1">
        <a:defRPr kumimoji="1">
          <a:solidFill>
            <a:schemeClr val="tx2"/>
          </a:solidFill>
        </a:defRPr>
      </a:lvl6pPr>
      <a:lvl7pPr eaLnBrk="1" hangingPunct="1">
        <a:defRPr kumimoji="1">
          <a:solidFill>
            <a:schemeClr val="tx2"/>
          </a:solidFill>
        </a:defRPr>
      </a:lvl7pPr>
      <a:lvl8pPr eaLnBrk="1" hangingPunct="1">
        <a:defRPr kumimoji="1">
          <a:solidFill>
            <a:schemeClr val="tx2"/>
          </a:solidFill>
        </a:defRPr>
      </a:lvl8pPr>
      <a:lvl9pPr eaLnBrk="1" hangingPunct="1">
        <a:defRPr kumimoji="1">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kumimoji="1"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kumimoji="1"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kumimoji="1"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kumimoji="1"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kumimoji="1"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kumimoji="1"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kumimoji="1"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kumimoji="1"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kumimoji="1"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kumimoji="1" sz="1800" kern="1200">
          <a:solidFill>
            <a:schemeClr val="tx1"/>
          </a:solidFill>
          <a:latin typeface="+mn-lt"/>
          <a:ea typeface="+mn-ea"/>
          <a:cs typeface="+mn-cs"/>
        </a:defRPr>
      </a:lvl1pPr>
      <a:lvl2pPr marL="457200" algn="l" defTabSz="457200" rtl="0" eaLnBrk="1" latinLnBrk="0" hangingPunct="1">
        <a:defRPr kumimoji="1" sz="1800" kern="1200">
          <a:solidFill>
            <a:schemeClr val="tx1"/>
          </a:solidFill>
          <a:latin typeface="+mn-lt"/>
          <a:ea typeface="+mn-ea"/>
          <a:cs typeface="+mn-cs"/>
        </a:defRPr>
      </a:lvl2pPr>
      <a:lvl3pPr marL="914400" algn="l" defTabSz="457200" rtl="0" eaLnBrk="1" latinLnBrk="0" hangingPunct="1">
        <a:defRPr kumimoji="1" sz="1800" kern="1200">
          <a:solidFill>
            <a:schemeClr val="tx1"/>
          </a:solidFill>
          <a:latin typeface="+mn-lt"/>
          <a:ea typeface="+mn-ea"/>
          <a:cs typeface="+mn-cs"/>
        </a:defRPr>
      </a:lvl3pPr>
      <a:lvl4pPr marL="1371600" algn="l" defTabSz="457200" rtl="0" eaLnBrk="1" latinLnBrk="0" hangingPunct="1">
        <a:defRPr kumimoji="1" sz="1800" kern="1200">
          <a:solidFill>
            <a:schemeClr val="tx1"/>
          </a:solidFill>
          <a:latin typeface="+mn-lt"/>
          <a:ea typeface="+mn-ea"/>
          <a:cs typeface="+mn-cs"/>
        </a:defRPr>
      </a:lvl4pPr>
      <a:lvl5pPr marL="1828800" algn="l" defTabSz="457200" rtl="0" eaLnBrk="1" latinLnBrk="0" hangingPunct="1">
        <a:defRPr kumimoji="1" sz="1800" kern="1200">
          <a:solidFill>
            <a:schemeClr val="tx1"/>
          </a:solidFill>
          <a:latin typeface="+mn-lt"/>
          <a:ea typeface="+mn-ea"/>
          <a:cs typeface="+mn-cs"/>
        </a:defRPr>
      </a:lvl5pPr>
      <a:lvl6pPr marL="2286000" algn="l" defTabSz="457200" rtl="0" eaLnBrk="1" latinLnBrk="0" hangingPunct="1">
        <a:defRPr kumimoji="1" sz="1800" kern="1200">
          <a:solidFill>
            <a:schemeClr val="tx1"/>
          </a:solidFill>
          <a:latin typeface="+mn-lt"/>
          <a:ea typeface="+mn-ea"/>
          <a:cs typeface="+mn-cs"/>
        </a:defRPr>
      </a:lvl6pPr>
      <a:lvl7pPr marL="2743200" algn="l" defTabSz="457200" rtl="0" eaLnBrk="1" latinLnBrk="0" hangingPunct="1">
        <a:defRPr kumimoji="1" sz="1800" kern="1200">
          <a:solidFill>
            <a:schemeClr val="tx1"/>
          </a:solidFill>
          <a:latin typeface="+mn-lt"/>
          <a:ea typeface="+mn-ea"/>
          <a:cs typeface="+mn-cs"/>
        </a:defRPr>
      </a:lvl7pPr>
      <a:lvl8pPr marL="3200400" algn="l" defTabSz="457200" rtl="0" eaLnBrk="1" latinLnBrk="0" hangingPunct="1">
        <a:defRPr kumimoji="1" sz="1800" kern="1200">
          <a:solidFill>
            <a:schemeClr val="tx1"/>
          </a:solidFill>
          <a:latin typeface="+mn-lt"/>
          <a:ea typeface="+mn-ea"/>
          <a:cs typeface="+mn-cs"/>
        </a:defRPr>
      </a:lvl8pPr>
      <a:lvl9pPr marL="3657600" algn="l" defTabSz="4572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6.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p:txBody>
          <a:bodyPr/>
          <a:lstStyle/>
          <a:p>
            <a:r>
              <a:rPr kumimoji="1" lang="ja-JP" altLang="en-US" dirty="0" smtClean="0"/>
              <a:t>明治大学について</a:t>
            </a:r>
            <a:endParaRPr kumimoji="1" lang="ja-JP" altLang="en-US" dirty="0"/>
          </a:p>
        </p:txBody>
      </p:sp>
      <p:sp>
        <p:nvSpPr>
          <p:cNvPr id="3" name="サブタイトル 2"/>
          <p:cNvSpPr>
            <a:spLocks noGrp="1"/>
          </p:cNvSpPr>
          <p:nvPr>
            <p:ph type="subTitle" idx="1"/>
          </p:nvPr>
        </p:nvSpPr>
        <p:spPr/>
        <p:txBody>
          <a:bodyPr/>
          <a:lstStyle/>
          <a:p>
            <a:r>
              <a:rPr lang="ja-JP" altLang="en-US" dirty="0"/>
              <a:t>明治太郎</a:t>
            </a:r>
            <a:endParaRPr kumimoji="1" lang="ja-JP" altLang="en-US" dirty="0"/>
          </a:p>
        </p:txBody>
      </p:sp>
    </p:spTree>
    <p:extLst>
      <p:ext uri="{BB962C8B-B14F-4D97-AF65-F5344CB8AC3E}">
        <p14:creationId xmlns:p14="http://schemas.microsoft.com/office/powerpoint/2010/main" val="177199084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p:cNvSpPr>
            <a:spLocks noGrp="1"/>
          </p:cNvSpPr>
          <p:nvPr>
            <p:ph type="title"/>
          </p:nvPr>
        </p:nvSpPr>
        <p:spPr/>
        <p:txBody>
          <a:bodyPr/>
          <a:lstStyle/>
          <a:p>
            <a:r>
              <a:rPr kumimoji="1" lang="ja-JP" altLang="en-US" dirty="0" smtClean="0"/>
              <a:t>目次</a:t>
            </a:r>
            <a:endParaRPr kumimoji="1" lang="ja-JP" altLang="en-US" dirty="0"/>
          </a:p>
        </p:txBody>
      </p:sp>
      <p:graphicFrame>
        <p:nvGraphicFramePr>
          <p:cNvPr id="5" name="図表 4"/>
          <p:cNvGraphicFramePr/>
          <p:nvPr>
            <p:extLst>
              <p:ext uri="{D42A27DB-BD31-4B8C-83A1-F6EECF244321}">
                <p14:modId xmlns:p14="http://schemas.microsoft.com/office/powerpoint/2010/main" val="3312275751"/>
              </p:ext>
            </p:extLst>
          </p:nvPr>
        </p:nvGraphicFramePr>
        <p:xfrm>
          <a:off x="911668" y="1397000"/>
          <a:ext cx="8128000" cy="45466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スライド番号プレースホルダー 5"/>
          <p:cNvSpPr>
            <a:spLocks noGrp="1"/>
          </p:cNvSpPr>
          <p:nvPr>
            <p:ph type="sldNum" sz="quarter" idx="12"/>
          </p:nvPr>
        </p:nvSpPr>
        <p:spPr/>
        <p:txBody>
          <a:bodyPr/>
          <a:lstStyle/>
          <a:p>
            <a:fld id="{6651ECFF-2854-424D-8B49-D94BBB1FBBE7}" type="slidenum">
              <a:rPr kumimoji="1" lang="ja-JP" altLang="en-US" smtClean="0"/>
              <a:t>2</a:t>
            </a:fld>
            <a:endParaRPr kumimoji="1" lang="ja-JP" altLang="en-US"/>
          </a:p>
        </p:txBody>
      </p:sp>
    </p:spTree>
    <p:extLst>
      <p:ext uri="{BB962C8B-B14F-4D97-AF65-F5344CB8AC3E}">
        <p14:creationId xmlns:p14="http://schemas.microsoft.com/office/powerpoint/2010/main" val="325522963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p:cNvSpPr>
            <a:spLocks noGrp="1"/>
          </p:cNvSpPr>
          <p:nvPr>
            <p:ph type="title"/>
          </p:nvPr>
        </p:nvSpPr>
        <p:spPr/>
        <p:txBody>
          <a:bodyPr/>
          <a:lstStyle/>
          <a:p>
            <a:r>
              <a:rPr kumimoji="1" lang="ja-JP" altLang="en-US" dirty="0" smtClean="0"/>
              <a:t>明治大学の理念</a:t>
            </a:r>
            <a:endParaRPr kumimoji="1" lang="ja-JP" altLang="en-US" dirty="0"/>
          </a:p>
        </p:txBody>
      </p:sp>
      <p:sp>
        <p:nvSpPr>
          <p:cNvPr id="5" name="コンテンツ プレースホルダー 4"/>
          <p:cNvSpPr>
            <a:spLocks noGrp="1"/>
          </p:cNvSpPr>
          <p:nvPr>
            <p:ph idx="1"/>
          </p:nvPr>
        </p:nvSpPr>
        <p:spPr>
          <a:xfrm>
            <a:off x="677334" y="1384300"/>
            <a:ext cx="8596668" cy="5245099"/>
          </a:xfrm>
        </p:spPr>
        <p:txBody>
          <a:bodyPr>
            <a:normAutofit/>
          </a:bodyPr>
          <a:lstStyle/>
          <a:p>
            <a:r>
              <a:rPr lang="ja-JP" altLang="en-US" sz="3100" dirty="0" smtClean="0"/>
              <a:t>建学</a:t>
            </a:r>
            <a:r>
              <a:rPr lang="ja-JP" altLang="en-US" sz="3100" dirty="0"/>
              <a:t>の精神</a:t>
            </a:r>
          </a:p>
          <a:p>
            <a:pPr marL="0" indent="0">
              <a:buNone/>
            </a:pPr>
            <a:r>
              <a:rPr lang="ja-JP" altLang="en-US" dirty="0"/>
              <a:t>　明治大学は、封建的な社会から近代社会へと変容する時代に、個人の権利を確立し、自由な社会を実現するために、フランス法学を教授する明治法律学校として、</a:t>
            </a:r>
            <a:r>
              <a:rPr lang="en-US" altLang="ja-JP" dirty="0"/>
              <a:t>1881</a:t>
            </a:r>
            <a:r>
              <a:rPr lang="ja-JP" altLang="en-US" dirty="0"/>
              <a:t>（明治</a:t>
            </a:r>
            <a:r>
              <a:rPr lang="en-US" altLang="ja-JP" dirty="0"/>
              <a:t>14</a:t>
            </a:r>
            <a:r>
              <a:rPr lang="ja-JP" altLang="en-US" dirty="0"/>
              <a:t>）年に創立されました。学部の増設にともなって総合大学となった現在でも、創立時からの伝統によって確立された建学の精神「権利自由、独立自治」に基づき、自由と自治の精神を養うことを明治大学の理念としています</a:t>
            </a:r>
            <a:r>
              <a:rPr lang="ja-JP" altLang="en-US" dirty="0" smtClean="0"/>
              <a:t>。</a:t>
            </a:r>
            <a:endParaRPr lang="ja-JP" altLang="en-US" dirty="0"/>
          </a:p>
          <a:p>
            <a:pPr marL="0" indent="0">
              <a:buNone/>
            </a:pPr>
            <a:r>
              <a:rPr lang="ja-JP" altLang="en-US" dirty="0" smtClean="0"/>
              <a:t>　「</a:t>
            </a:r>
            <a:r>
              <a:rPr lang="ja-JP" altLang="en-US" dirty="0"/>
              <a:t>権利自由、独立自治」は、個人の権利や自由を認め、学問の独立を基礎として自律の精神を養うという理念を広く普及させることを意味しています。「個」の確立を通じて近代化を図るべきであるとの視点のもと、近代市民の育成を目指し、創立以来有為な人材を数多く輩出してきました。「個」の確立を基礎とした教育方針は、「個を強くする大学」という理念へと継承されています</a:t>
            </a:r>
            <a:r>
              <a:rPr lang="ja-JP" altLang="en-US" dirty="0" smtClean="0"/>
              <a:t>。</a:t>
            </a:r>
            <a:endParaRPr lang="ja-JP" altLang="en-US" dirty="0"/>
          </a:p>
        </p:txBody>
      </p:sp>
      <p:sp>
        <p:nvSpPr>
          <p:cNvPr id="3" name="スライド番号プレースホルダー 2"/>
          <p:cNvSpPr>
            <a:spLocks noGrp="1"/>
          </p:cNvSpPr>
          <p:nvPr>
            <p:ph type="sldNum" sz="quarter" idx="12"/>
          </p:nvPr>
        </p:nvSpPr>
        <p:spPr/>
        <p:txBody>
          <a:bodyPr/>
          <a:lstStyle/>
          <a:p>
            <a:fld id="{6651ECFF-2854-424D-8B49-D94BBB1FBBE7}" type="slidenum">
              <a:rPr kumimoji="1" lang="ja-JP" altLang="en-US" smtClean="0"/>
              <a:t>3</a:t>
            </a:fld>
            <a:endParaRPr kumimoji="1" lang="ja-JP" altLang="en-US"/>
          </a:p>
        </p:txBody>
      </p:sp>
      <p:sp>
        <p:nvSpPr>
          <p:cNvPr id="2" name="正方形/長方形 1"/>
          <p:cNvSpPr/>
          <p:nvPr/>
        </p:nvSpPr>
        <p:spPr>
          <a:xfrm>
            <a:off x="930259" y="5577593"/>
            <a:ext cx="8002073" cy="646331"/>
          </a:xfrm>
          <a:prstGeom prst="rect">
            <a:avLst/>
          </a:prstGeom>
        </p:spPr>
        <p:txBody>
          <a:bodyPr wrap="square">
            <a:spAutoFit/>
          </a:bodyPr>
          <a:lstStyle/>
          <a:p>
            <a:r>
              <a:rPr lang="en-US" altLang="ja-JP" dirty="0" smtClean="0"/>
              <a:t>(</a:t>
            </a:r>
            <a:r>
              <a:rPr lang="ja-JP" altLang="en-US" dirty="0" smtClean="0"/>
              <a:t>出典</a:t>
            </a:r>
            <a:r>
              <a:rPr lang="en-US" altLang="ja-JP" dirty="0" smtClean="0"/>
              <a:t>) </a:t>
            </a:r>
            <a:r>
              <a:rPr lang="ja-JP" altLang="en-US" dirty="0" smtClean="0"/>
              <a:t>建学</a:t>
            </a:r>
            <a:r>
              <a:rPr lang="ja-JP" altLang="en-US" dirty="0"/>
              <a:t>の精神と使命 | 明治</a:t>
            </a:r>
            <a:r>
              <a:rPr lang="ja-JP" altLang="en-US" dirty="0" smtClean="0"/>
              <a:t>大学 </a:t>
            </a:r>
            <a:endParaRPr lang="ja-JP" altLang="en-US" dirty="0"/>
          </a:p>
          <a:p>
            <a:r>
              <a:rPr lang="ja-JP" altLang="en-US" dirty="0"/>
              <a:t>https://www.meiji.ac.jp/koho/information/mission/mission.html</a:t>
            </a:r>
          </a:p>
        </p:txBody>
      </p:sp>
    </p:spTree>
    <p:extLst>
      <p:ext uri="{BB962C8B-B14F-4D97-AF65-F5344CB8AC3E}">
        <p14:creationId xmlns:p14="http://schemas.microsoft.com/office/powerpoint/2010/main" val="344378809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データでみる明治大学</a:t>
            </a:r>
            <a:endParaRPr kumimoji="1" lang="ja-JP" altLang="en-US" dirty="0"/>
          </a:p>
        </p:txBody>
      </p:sp>
      <p:sp>
        <p:nvSpPr>
          <p:cNvPr id="4" name="スライド番号プレースホルダー 3"/>
          <p:cNvSpPr>
            <a:spLocks noGrp="1"/>
          </p:cNvSpPr>
          <p:nvPr>
            <p:ph type="sldNum" sz="quarter" idx="12"/>
          </p:nvPr>
        </p:nvSpPr>
        <p:spPr/>
        <p:txBody>
          <a:bodyPr/>
          <a:lstStyle/>
          <a:p>
            <a:fld id="{6651ECFF-2854-424D-8B49-D94BBB1FBBE7}" type="slidenum">
              <a:rPr kumimoji="1" lang="ja-JP" altLang="en-US" smtClean="0"/>
              <a:t>4</a:t>
            </a:fld>
            <a:endParaRPr kumimoji="1" lang="ja-JP" altLang="en-US"/>
          </a:p>
        </p:txBody>
      </p:sp>
      <p:graphicFrame>
        <p:nvGraphicFramePr>
          <p:cNvPr id="6" name="グラフ 5">
            <a:extLst>
              <a:ext uri="{FF2B5EF4-FFF2-40B4-BE49-F238E27FC236}">
                <a16:creationId xmlns:lc="http://schemas.openxmlformats.org/drawingml/2006/lockedCanvas" xmlns:a16="http://schemas.microsoft.com/office/drawing/2014/main" xmlns:xdr="http://schemas.openxmlformats.org/drawingml/2006/spreadsheetDrawing" xmlns="" id="{B7CA3CD0-E26E-4604-98D7-0A81CD323576}"/>
              </a:ext>
            </a:extLst>
          </p:cNvPr>
          <p:cNvGraphicFramePr>
            <a:graphicFrameLocks/>
          </p:cNvGraphicFramePr>
          <p:nvPr>
            <p:extLst>
              <p:ext uri="{D42A27DB-BD31-4B8C-83A1-F6EECF244321}">
                <p14:modId xmlns:p14="http://schemas.microsoft.com/office/powerpoint/2010/main" val="2434798393"/>
              </p:ext>
            </p:extLst>
          </p:nvPr>
        </p:nvGraphicFramePr>
        <p:xfrm>
          <a:off x="430212" y="1720850"/>
          <a:ext cx="4397375" cy="28575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7" name="グラフ 6">
            <a:extLst>
              <a:ext uri="{FF2B5EF4-FFF2-40B4-BE49-F238E27FC236}">
                <a16:creationId xmlns:lc="http://schemas.openxmlformats.org/drawingml/2006/lockedCanvas" xmlns:a16="http://schemas.microsoft.com/office/drawing/2014/main" xmlns:xdr="http://schemas.openxmlformats.org/drawingml/2006/spreadsheetDrawing" xmlns="" id="{8FB48A02-A729-4635-A3C9-51E90B52C51B}"/>
              </a:ext>
            </a:extLst>
          </p:cNvPr>
          <p:cNvGraphicFramePr>
            <a:graphicFrameLocks/>
          </p:cNvGraphicFramePr>
          <p:nvPr>
            <p:extLst>
              <p:ext uri="{D42A27DB-BD31-4B8C-83A1-F6EECF244321}">
                <p14:modId xmlns:p14="http://schemas.microsoft.com/office/powerpoint/2010/main" val="3610533586"/>
              </p:ext>
            </p:extLst>
          </p:nvPr>
        </p:nvGraphicFramePr>
        <p:xfrm>
          <a:off x="4689302" y="1720850"/>
          <a:ext cx="4584700" cy="2857500"/>
        </p:xfrm>
        <a:graphic>
          <a:graphicData uri="http://schemas.openxmlformats.org/drawingml/2006/chart">
            <c:chart xmlns:c="http://schemas.openxmlformats.org/drawingml/2006/chart" xmlns:r="http://schemas.openxmlformats.org/officeDocument/2006/relationships" r:id="rId3"/>
          </a:graphicData>
        </a:graphic>
      </p:graphicFrame>
      <p:sp>
        <p:nvSpPr>
          <p:cNvPr id="9" name="正方形/長方形 8"/>
          <p:cNvSpPr/>
          <p:nvPr/>
        </p:nvSpPr>
        <p:spPr>
          <a:xfrm>
            <a:off x="930259" y="5577593"/>
            <a:ext cx="8002073" cy="646331"/>
          </a:xfrm>
          <a:prstGeom prst="rect">
            <a:avLst/>
          </a:prstGeom>
        </p:spPr>
        <p:txBody>
          <a:bodyPr wrap="square">
            <a:spAutoFit/>
          </a:bodyPr>
          <a:lstStyle/>
          <a:p>
            <a:r>
              <a:rPr lang="en-US" altLang="ja-JP" dirty="0"/>
              <a:t>(</a:t>
            </a:r>
            <a:r>
              <a:rPr lang="ja-JP" altLang="en-US" dirty="0"/>
              <a:t>出典</a:t>
            </a:r>
            <a:r>
              <a:rPr lang="en-US" altLang="ja-JP" dirty="0" smtClean="0"/>
              <a:t>)</a:t>
            </a:r>
            <a:r>
              <a:rPr lang="ja-JP" altLang="en-US" dirty="0"/>
              <a:t>データで見る明治大学 </a:t>
            </a:r>
            <a:r>
              <a:rPr lang="en-US" altLang="ja-JP" dirty="0"/>
              <a:t>Data from Meiji </a:t>
            </a:r>
            <a:r>
              <a:rPr lang="en-US" altLang="ja-JP" dirty="0" smtClean="0"/>
              <a:t>University</a:t>
            </a:r>
          </a:p>
          <a:p>
            <a:r>
              <a:rPr lang="en-US" altLang="ja-JP" dirty="0" smtClean="0"/>
              <a:t>https</a:t>
            </a:r>
            <a:r>
              <a:rPr lang="en-US" altLang="ja-JP" dirty="0"/>
              <a:t>://www.meiji.ac.jp/koho/about/hyouka/data/</a:t>
            </a:r>
          </a:p>
        </p:txBody>
      </p:sp>
    </p:spTree>
    <p:extLst>
      <p:ext uri="{BB962C8B-B14F-4D97-AF65-F5344CB8AC3E}">
        <p14:creationId xmlns:p14="http://schemas.microsoft.com/office/powerpoint/2010/main" val="401350894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明治大学生田キャンパスへのアクセス</a:t>
            </a:r>
            <a:endParaRPr kumimoji="1" lang="ja-JP" altLang="en-US" dirty="0"/>
          </a:p>
        </p:txBody>
      </p:sp>
      <p:sp>
        <p:nvSpPr>
          <p:cNvPr id="3" name="スライド番号プレースホルダー 2"/>
          <p:cNvSpPr>
            <a:spLocks noGrp="1"/>
          </p:cNvSpPr>
          <p:nvPr>
            <p:ph type="sldNum" sz="quarter" idx="12"/>
          </p:nvPr>
        </p:nvSpPr>
        <p:spPr/>
        <p:txBody>
          <a:bodyPr/>
          <a:lstStyle/>
          <a:p>
            <a:fld id="{6651ECFF-2854-424D-8B49-D94BBB1FBBE7}" type="slidenum">
              <a:rPr kumimoji="1" lang="ja-JP" altLang="en-US" smtClean="0"/>
              <a:t>5</a:t>
            </a:fld>
            <a:endParaRPr kumimoji="1" lang="ja-JP" altLang="en-US"/>
          </a:p>
        </p:txBody>
      </p:sp>
      <p:sp>
        <p:nvSpPr>
          <p:cNvPr id="1000" name="accentBorderCallout1-s1"/>
          <p:cNvSpPr/>
          <p:nvPr/>
        </p:nvSpPr>
        <p:spPr>
          <a:xfrm>
            <a:off x="472751" y="1094792"/>
            <a:ext cx="1244082" cy="895739"/>
          </a:xfrm>
          <a:prstGeom prst="accentBorderCallout1">
            <a:avLst/>
          </a:prstGeom>
          <a:solidFill>
            <a:srgbClr val="DBEAFE"/>
          </a:solidFill>
          <a:ln w="12700">
            <a:solidFill>
              <a:srgbClr val="1D4ED8"/>
            </a:solidFill>
            <a:prstDash val="solid"/>
          </a:ln>
        </p:spPr>
      </p:sp>
      <p:sp>
        <p:nvSpPr>
          <p:cNvPr id="1001" name="Text 3-s1"/>
          <p:cNvSpPr txBox="1"/>
          <p:nvPr/>
        </p:nvSpPr>
        <p:spPr>
          <a:xfrm>
            <a:off x="248816" y="2040294"/>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accentBorderCallout1</a:t>
            </a:r>
            <a:endParaRPr lang="ja-JP" sz="880" dirty="0"/>
          </a:p>
        </p:txBody>
      </p:sp>
      <p:sp>
        <p:nvSpPr>
          <p:cNvPr id="1002" name="accentBorderCallout2-s1"/>
          <p:cNvSpPr/>
          <p:nvPr/>
        </p:nvSpPr>
        <p:spPr>
          <a:xfrm>
            <a:off x="2164702" y="1094792"/>
            <a:ext cx="1244082" cy="895739"/>
          </a:xfrm>
          <a:prstGeom prst="accentBorderCallout2">
            <a:avLst/>
          </a:prstGeom>
          <a:solidFill>
            <a:srgbClr val="DBEAFE"/>
          </a:solidFill>
          <a:ln w="12700">
            <a:solidFill>
              <a:srgbClr val="1D4ED8"/>
            </a:solidFill>
            <a:prstDash val="solid"/>
          </a:ln>
        </p:spPr>
      </p:sp>
      <p:sp>
        <p:nvSpPr>
          <p:cNvPr id="1003" name="Text 5-s1"/>
          <p:cNvSpPr txBox="1"/>
          <p:nvPr/>
        </p:nvSpPr>
        <p:spPr>
          <a:xfrm>
            <a:off x="1940767" y="2040294"/>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accentBorderCallout2</a:t>
            </a:r>
            <a:endParaRPr lang="ja-JP" sz="880" dirty="0"/>
          </a:p>
        </p:txBody>
      </p:sp>
      <p:sp>
        <p:nvSpPr>
          <p:cNvPr id="1004" name="accentBorderCallout3-s1"/>
          <p:cNvSpPr/>
          <p:nvPr/>
        </p:nvSpPr>
        <p:spPr>
          <a:xfrm>
            <a:off x="3856653" y="1094792"/>
            <a:ext cx="1244082" cy="895739"/>
          </a:xfrm>
          <a:prstGeom prst="accentBorderCallout3">
            <a:avLst/>
          </a:prstGeom>
          <a:solidFill>
            <a:srgbClr val="DBEAFE"/>
          </a:solidFill>
          <a:ln w="12700">
            <a:solidFill>
              <a:srgbClr val="1D4ED8"/>
            </a:solidFill>
            <a:prstDash val="solid"/>
          </a:ln>
        </p:spPr>
      </p:sp>
      <p:sp>
        <p:nvSpPr>
          <p:cNvPr id="1005" name="Text 7-s1"/>
          <p:cNvSpPr txBox="1"/>
          <p:nvPr/>
        </p:nvSpPr>
        <p:spPr>
          <a:xfrm>
            <a:off x="3632718" y="2040294"/>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accentBorderCallout3</a:t>
            </a:r>
            <a:endParaRPr lang="ja-JP" sz="880" dirty="0"/>
          </a:p>
        </p:txBody>
      </p:sp>
      <p:sp>
        <p:nvSpPr>
          <p:cNvPr id="1006" name="accentCallout1-s1"/>
          <p:cNvSpPr/>
          <p:nvPr/>
        </p:nvSpPr>
        <p:spPr>
          <a:xfrm>
            <a:off x="5548604" y="1094792"/>
            <a:ext cx="1244082" cy="895739"/>
          </a:xfrm>
          <a:prstGeom prst="accentCallout1">
            <a:avLst/>
          </a:prstGeom>
          <a:solidFill>
            <a:srgbClr val="DBEAFE"/>
          </a:solidFill>
          <a:ln w="12700">
            <a:solidFill>
              <a:srgbClr val="1D4ED8"/>
            </a:solidFill>
            <a:prstDash val="solid"/>
          </a:ln>
        </p:spPr>
      </p:sp>
      <p:sp>
        <p:nvSpPr>
          <p:cNvPr id="1007" name="Text 9-s1"/>
          <p:cNvSpPr txBox="1"/>
          <p:nvPr/>
        </p:nvSpPr>
        <p:spPr>
          <a:xfrm>
            <a:off x="5324669" y="2040294"/>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accentCallout1</a:t>
            </a:r>
            <a:endParaRPr lang="ja-JP" sz="880" dirty="0"/>
          </a:p>
        </p:txBody>
      </p:sp>
      <p:sp>
        <p:nvSpPr>
          <p:cNvPr id="1008" name="accentCallout2-s1"/>
          <p:cNvSpPr/>
          <p:nvPr/>
        </p:nvSpPr>
        <p:spPr>
          <a:xfrm>
            <a:off x="7240555" y="1094792"/>
            <a:ext cx="1244082" cy="895739"/>
          </a:xfrm>
          <a:prstGeom prst="accentCallout2">
            <a:avLst/>
          </a:prstGeom>
          <a:solidFill>
            <a:srgbClr val="DBEAFE"/>
          </a:solidFill>
          <a:ln w="12700">
            <a:solidFill>
              <a:srgbClr val="1D4ED8"/>
            </a:solidFill>
            <a:prstDash val="solid"/>
          </a:ln>
        </p:spPr>
      </p:sp>
      <p:sp>
        <p:nvSpPr>
          <p:cNvPr id="1009" name="Text 11-s1"/>
          <p:cNvSpPr txBox="1"/>
          <p:nvPr/>
        </p:nvSpPr>
        <p:spPr>
          <a:xfrm>
            <a:off x="7016620" y="2040294"/>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accentCallout2</a:t>
            </a:r>
            <a:endParaRPr lang="ja-JP" sz="880" dirty="0"/>
          </a:p>
        </p:txBody>
      </p:sp>
      <p:sp>
        <p:nvSpPr>
          <p:cNvPr id="1010" name="accentCallout3-s1"/>
          <p:cNvSpPr/>
          <p:nvPr/>
        </p:nvSpPr>
        <p:spPr>
          <a:xfrm>
            <a:off x="8932506" y="1094792"/>
            <a:ext cx="1244082" cy="895739"/>
          </a:xfrm>
          <a:prstGeom prst="accentCallout3">
            <a:avLst/>
          </a:prstGeom>
          <a:solidFill>
            <a:srgbClr val="DBEAFE"/>
          </a:solidFill>
          <a:ln w="12700">
            <a:solidFill>
              <a:srgbClr val="1D4ED8"/>
            </a:solidFill>
            <a:prstDash val="solid"/>
          </a:ln>
        </p:spPr>
      </p:sp>
      <p:sp>
        <p:nvSpPr>
          <p:cNvPr id="1011" name="Text 13-s1"/>
          <p:cNvSpPr txBox="1"/>
          <p:nvPr/>
        </p:nvSpPr>
        <p:spPr>
          <a:xfrm>
            <a:off x="8708571" y="2040294"/>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accentCallout3</a:t>
            </a:r>
            <a:endParaRPr lang="ja-JP" sz="880" dirty="0"/>
          </a:p>
        </p:txBody>
      </p:sp>
      <p:sp>
        <p:nvSpPr>
          <p:cNvPr id="1012" name="actionButtonBackPrevious-s1"/>
          <p:cNvSpPr/>
          <p:nvPr/>
        </p:nvSpPr>
        <p:spPr>
          <a:xfrm>
            <a:off x="10624457" y="1094792"/>
            <a:ext cx="1244082" cy="895739"/>
          </a:xfrm>
          <a:prstGeom prst="actionButtonBackPrevious">
            <a:avLst/>
          </a:prstGeom>
          <a:solidFill>
            <a:srgbClr val="DBEAFE"/>
          </a:solidFill>
          <a:ln w="12700">
            <a:solidFill>
              <a:srgbClr val="1D4ED8"/>
            </a:solidFill>
            <a:prstDash val="solid"/>
          </a:ln>
        </p:spPr>
      </p:sp>
      <p:sp>
        <p:nvSpPr>
          <p:cNvPr id="1013" name="Text 15-s1"/>
          <p:cNvSpPr txBox="1"/>
          <p:nvPr/>
        </p:nvSpPr>
        <p:spPr>
          <a:xfrm>
            <a:off x="10400522" y="2040294"/>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actionButtonBackPrevious</a:t>
            </a:r>
            <a:endParaRPr lang="ja-JP" sz="880" dirty="0"/>
          </a:p>
        </p:txBody>
      </p:sp>
      <p:sp>
        <p:nvSpPr>
          <p:cNvPr id="1014" name="actionButtonBeginning-s1"/>
          <p:cNvSpPr/>
          <p:nvPr/>
        </p:nvSpPr>
        <p:spPr>
          <a:xfrm>
            <a:off x="472751" y="2537927"/>
            <a:ext cx="1244082" cy="895739"/>
          </a:xfrm>
          <a:prstGeom prst="actionButtonBeginning">
            <a:avLst/>
          </a:prstGeom>
          <a:solidFill>
            <a:srgbClr val="DBEAFE"/>
          </a:solidFill>
          <a:ln w="12700">
            <a:solidFill>
              <a:srgbClr val="1D4ED8"/>
            </a:solidFill>
            <a:prstDash val="solid"/>
          </a:ln>
        </p:spPr>
      </p:sp>
      <p:sp>
        <p:nvSpPr>
          <p:cNvPr id="1015" name="Text 17-s1"/>
          <p:cNvSpPr txBox="1"/>
          <p:nvPr/>
        </p:nvSpPr>
        <p:spPr>
          <a:xfrm>
            <a:off x="248816" y="3483429"/>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actionButtonBeginning</a:t>
            </a:r>
            <a:endParaRPr lang="ja-JP" sz="880" dirty="0"/>
          </a:p>
        </p:txBody>
      </p:sp>
      <p:sp>
        <p:nvSpPr>
          <p:cNvPr id="1016" name="actionButtonBlank-s1"/>
          <p:cNvSpPr/>
          <p:nvPr/>
        </p:nvSpPr>
        <p:spPr>
          <a:xfrm>
            <a:off x="2164702" y="2537927"/>
            <a:ext cx="1244082" cy="895739"/>
          </a:xfrm>
          <a:prstGeom prst="actionButtonBlank">
            <a:avLst/>
          </a:prstGeom>
          <a:solidFill>
            <a:srgbClr val="DBEAFE"/>
          </a:solidFill>
          <a:ln w="12700">
            <a:solidFill>
              <a:srgbClr val="1D4ED8"/>
            </a:solidFill>
            <a:prstDash val="solid"/>
          </a:ln>
        </p:spPr>
      </p:sp>
      <p:sp>
        <p:nvSpPr>
          <p:cNvPr id="1017" name="Text 19-s1"/>
          <p:cNvSpPr txBox="1"/>
          <p:nvPr/>
        </p:nvSpPr>
        <p:spPr>
          <a:xfrm>
            <a:off x="1940767" y="3483429"/>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actionButtonBlank</a:t>
            </a:r>
            <a:endParaRPr lang="ja-JP" sz="880" dirty="0"/>
          </a:p>
        </p:txBody>
      </p:sp>
      <p:sp>
        <p:nvSpPr>
          <p:cNvPr id="1018" name="actionButtonDocument-s1"/>
          <p:cNvSpPr/>
          <p:nvPr/>
        </p:nvSpPr>
        <p:spPr>
          <a:xfrm>
            <a:off x="3856653" y="2537927"/>
            <a:ext cx="1244082" cy="895739"/>
          </a:xfrm>
          <a:prstGeom prst="actionButtonDocument">
            <a:avLst/>
          </a:prstGeom>
          <a:solidFill>
            <a:srgbClr val="DBEAFE"/>
          </a:solidFill>
          <a:ln w="12700">
            <a:solidFill>
              <a:srgbClr val="1D4ED8"/>
            </a:solidFill>
            <a:prstDash val="solid"/>
          </a:ln>
        </p:spPr>
      </p:sp>
      <p:sp>
        <p:nvSpPr>
          <p:cNvPr id="1019" name="Text 21-s1"/>
          <p:cNvSpPr txBox="1"/>
          <p:nvPr/>
        </p:nvSpPr>
        <p:spPr>
          <a:xfrm>
            <a:off x="3632718" y="3483429"/>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actionButtonDocument</a:t>
            </a:r>
            <a:endParaRPr lang="ja-JP" sz="880" dirty="0"/>
          </a:p>
        </p:txBody>
      </p:sp>
      <p:sp>
        <p:nvSpPr>
          <p:cNvPr id="1020" name="actionButtonEnd-s1"/>
          <p:cNvSpPr/>
          <p:nvPr/>
        </p:nvSpPr>
        <p:spPr>
          <a:xfrm>
            <a:off x="5548604" y="2537927"/>
            <a:ext cx="1244082" cy="895739"/>
          </a:xfrm>
          <a:prstGeom prst="actionButtonEnd">
            <a:avLst/>
          </a:prstGeom>
          <a:solidFill>
            <a:srgbClr val="DBEAFE"/>
          </a:solidFill>
          <a:ln w="12700">
            <a:solidFill>
              <a:srgbClr val="1D4ED8"/>
            </a:solidFill>
            <a:prstDash val="solid"/>
          </a:ln>
        </p:spPr>
      </p:sp>
      <p:sp>
        <p:nvSpPr>
          <p:cNvPr id="1021" name="Text 23-s1"/>
          <p:cNvSpPr txBox="1"/>
          <p:nvPr/>
        </p:nvSpPr>
        <p:spPr>
          <a:xfrm>
            <a:off x="5324669" y="3483429"/>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actionButtonEnd</a:t>
            </a:r>
            <a:endParaRPr lang="ja-JP" sz="880" dirty="0"/>
          </a:p>
        </p:txBody>
      </p:sp>
      <p:sp>
        <p:nvSpPr>
          <p:cNvPr id="1022" name="actionButtonForwardNext-s1"/>
          <p:cNvSpPr/>
          <p:nvPr/>
        </p:nvSpPr>
        <p:spPr>
          <a:xfrm>
            <a:off x="7240555" y="2537927"/>
            <a:ext cx="1244082" cy="895739"/>
          </a:xfrm>
          <a:prstGeom prst="actionButtonForwardNext">
            <a:avLst/>
          </a:prstGeom>
          <a:solidFill>
            <a:srgbClr val="DBEAFE"/>
          </a:solidFill>
          <a:ln w="12700">
            <a:solidFill>
              <a:srgbClr val="1D4ED8"/>
            </a:solidFill>
            <a:prstDash val="solid"/>
          </a:ln>
        </p:spPr>
      </p:sp>
      <p:sp>
        <p:nvSpPr>
          <p:cNvPr id="1023" name="Text 25-s1"/>
          <p:cNvSpPr txBox="1"/>
          <p:nvPr/>
        </p:nvSpPr>
        <p:spPr>
          <a:xfrm>
            <a:off x="7016620" y="3483429"/>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actionButtonForwardNext</a:t>
            </a:r>
            <a:endParaRPr lang="ja-JP" sz="880" dirty="0"/>
          </a:p>
        </p:txBody>
      </p:sp>
      <p:sp>
        <p:nvSpPr>
          <p:cNvPr id="1024" name="actionButtonHelp-s1"/>
          <p:cNvSpPr/>
          <p:nvPr/>
        </p:nvSpPr>
        <p:spPr>
          <a:xfrm>
            <a:off x="8932506" y="2537927"/>
            <a:ext cx="1244082" cy="895739"/>
          </a:xfrm>
          <a:prstGeom prst="actionButtonHelp">
            <a:avLst/>
          </a:prstGeom>
          <a:solidFill>
            <a:srgbClr val="DBEAFE"/>
          </a:solidFill>
          <a:ln w="12700">
            <a:solidFill>
              <a:srgbClr val="1D4ED8"/>
            </a:solidFill>
            <a:prstDash val="solid"/>
          </a:ln>
        </p:spPr>
      </p:sp>
      <p:sp>
        <p:nvSpPr>
          <p:cNvPr id="1025" name="Text 27-s1"/>
          <p:cNvSpPr txBox="1"/>
          <p:nvPr/>
        </p:nvSpPr>
        <p:spPr>
          <a:xfrm>
            <a:off x="8708571" y="3483429"/>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actionButtonHelp</a:t>
            </a:r>
            <a:endParaRPr lang="ja-JP" sz="880" dirty="0"/>
          </a:p>
        </p:txBody>
      </p:sp>
      <p:sp>
        <p:nvSpPr>
          <p:cNvPr id="1026" name="actionButtonHome-s1"/>
          <p:cNvSpPr/>
          <p:nvPr/>
        </p:nvSpPr>
        <p:spPr>
          <a:xfrm>
            <a:off x="10624457" y="2537927"/>
            <a:ext cx="1244082" cy="895739"/>
          </a:xfrm>
          <a:prstGeom prst="actionButtonHome">
            <a:avLst/>
          </a:prstGeom>
          <a:solidFill>
            <a:srgbClr val="DBEAFE"/>
          </a:solidFill>
          <a:ln w="12700">
            <a:solidFill>
              <a:srgbClr val="1D4ED8"/>
            </a:solidFill>
            <a:prstDash val="solid"/>
          </a:ln>
        </p:spPr>
      </p:sp>
      <p:sp>
        <p:nvSpPr>
          <p:cNvPr id="1027" name="Text 29-s1"/>
          <p:cNvSpPr txBox="1"/>
          <p:nvPr/>
        </p:nvSpPr>
        <p:spPr>
          <a:xfrm>
            <a:off x="10400522" y="3483429"/>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actionButtonHome</a:t>
            </a:r>
            <a:endParaRPr lang="ja-JP" sz="880" dirty="0"/>
          </a:p>
        </p:txBody>
      </p:sp>
      <p:sp>
        <p:nvSpPr>
          <p:cNvPr id="1028" name="actionButtonInformation-s1"/>
          <p:cNvSpPr/>
          <p:nvPr/>
        </p:nvSpPr>
        <p:spPr>
          <a:xfrm>
            <a:off x="472751" y="3981061"/>
            <a:ext cx="1244082" cy="895739"/>
          </a:xfrm>
          <a:prstGeom prst="actionButtonInformation">
            <a:avLst/>
          </a:prstGeom>
          <a:solidFill>
            <a:srgbClr val="DBEAFE"/>
          </a:solidFill>
          <a:ln w="12700">
            <a:solidFill>
              <a:srgbClr val="1D4ED8"/>
            </a:solidFill>
            <a:prstDash val="solid"/>
          </a:ln>
        </p:spPr>
      </p:sp>
      <p:sp>
        <p:nvSpPr>
          <p:cNvPr id="1029" name="Text 31-s1"/>
          <p:cNvSpPr txBox="1"/>
          <p:nvPr/>
        </p:nvSpPr>
        <p:spPr>
          <a:xfrm>
            <a:off x="248816" y="4926563"/>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actionButtonInformation</a:t>
            </a:r>
            <a:endParaRPr lang="ja-JP" sz="880" dirty="0"/>
          </a:p>
        </p:txBody>
      </p:sp>
      <p:sp>
        <p:nvSpPr>
          <p:cNvPr id="1030" name="actionButtonMovie-s1"/>
          <p:cNvSpPr/>
          <p:nvPr/>
        </p:nvSpPr>
        <p:spPr>
          <a:xfrm>
            <a:off x="2164702" y="3981061"/>
            <a:ext cx="1244082" cy="895739"/>
          </a:xfrm>
          <a:prstGeom prst="actionButtonMovie">
            <a:avLst/>
          </a:prstGeom>
          <a:solidFill>
            <a:srgbClr val="DBEAFE"/>
          </a:solidFill>
          <a:ln w="12700">
            <a:solidFill>
              <a:srgbClr val="1D4ED8"/>
            </a:solidFill>
            <a:prstDash val="solid"/>
          </a:ln>
        </p:spPr>
      </p:sp>
      <p:sp>
        <p:nvSpPr>
          <p:cNvPr id="1031" name="Text 33-s1"/>
          <p:cNvSpPr txBox="1"/>
          <p:nvPr/>
        </p:nvSpPr>
        <p:spPr>
          <a:xfrm>
            <a:off x="1940767" y="4926563"/>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actionButtonMovie</a:t>
            </a:r>
            <a:endParaRPr lang="ja-JP" sz="880" dirty="0"/>
          </a:p>
        </p:txBody>
      </p:sp>
      <p:sp>
        <p:nvSpPr>
          <p:cNvPr id="1032" name="actionButtonReturn-s1"/>
          <p:cNvSpPr/>
          <p:nvPr/>
        </p:nvSpPr>
        <p:spPr>
          <a:xfrm>
            <a:off x="3856653" y="3981061"/>
            <a:ext cx="1244082" cy="895739"/>
          </a:xfrm>
          <a:prstGeom prst="actionButtonReturn">
            <a:avLst/>
          </a:prstGeom>
          <a:solidFill>
            <a:srgbClr val="DBEAFE"/>
          </a:solidFill>
          <a:ln w="12700">
            <a:solidFill>
              <a:srgbClr val="1D4ED8"/>
            </a:solidFill>
            <a:prstDash val="solid"/>
          </a:ln>
        </p:spPr>
      </p:sp>
      <p:sp>
        <p:nvSpPr>
          <p:cNvPr id="1033" name="Text 35-s1"/>
          <p:cNvSpPr txBox="1"/>
          <p:nvPr/>
        </p:nvSpPr>
        <p:spPr>
          <a:xfrm>
            <a:off x="3632718" y="4926563"/>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actionButtonReturn</a:t>
            </a:r>
            <a:endParaRPr lang="ja-JP" sz="880" dirty="0"/>
          </a:p>
        </p:txBody>
      </p:sp>
      <p:sp>
        <p:nvSpPr>
          <p:cNvPr id="1034" name="actionButtonSound-s1"/>
          <p:cNvSpPr/>
          <p:nvPr/>
        </p:nvSpPr>
        <p:spPr>
          <a:xfrm>
            <a:off x="5548604" y="3981061"/>
            <a:ext cx="1244082" cy="895739"/>
          </a:xfrm>
          <a:prstGeom prst="actionButtonSound">
            <a:avLst/>
          </a:prstGeom>
          <a:solidFill>
            <a:srgbClr val="DBEAFE"/>
          </a:solidFill>
          <a:ln w="12700">
            <a:solidFill>
              <a:srgbClr val="1D4ED8"/>
            </a:solidFill>
            <a:prstDash val="solid"/>
          </a:ln>
        </p:spPr>
      </p:sp>
      <p:sp>
        <p:nvSpPr>
          <p:cNvPr id="1035" name="Text 37-s1"/>
          <p:cNvSpPr txBox="1"/>
          <p:nvPr/>
        </p:nvSpPr>
        <p:spPr>
          <a:xfrm>
            <a:off x="5324669" y="4926563"/>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actionButtonSound</a:t>
            </a:r>
            <a:endParaRPr lang="ja-JP" sz="880" dirty="0"/>
          </a:p>
        </p:txBody>
      </p:sp>
      <p:sp>
        <p:nvSpPr>
          <p:cNvPr id="1036" name="arc-s1"/>
          <p:cNvSpPr/>
          <p:nvPr/>
        </p:nvSpPr>
        <p:spPr>
          <a:xfrm>
            <a:off x="7240555" y="3981061"/>
            <a:ext cx="1244082" cy="895739"/>
          </a:xfrm>
          <a:prstGeom prst="arc">
            <a:avLst/>
          </a:prstGeom>
          <a:solidFill>
            <a:srgbClr val="DBEAFE"/>
          </a:solidFill>
          <a:ln w="12700">
            <a:solidFill>
              <a:srgbClr val="1D4ED8"/>
            </a:solidFill>
            <a:prstDash val="solid"/>
          </a:ln>
        </p:spPr>
      </p:sp>
      <p:sp>
        <p:nvSpPr>
          <p:cNvPr id="1037" name="Text 39-s1"/>
          <p:cNvSpPr txBox="1"/>
          <p:nvPr/>
        </p:nvSpPr>
        <p:spPr>
          <a:xfrm>
            <a:off x="7016620" y="4926563"/>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arc</a:t>
            </a:r>
            <a:endParaRPr lang="ja-JP" sz="880" dirty="0"/>
          </a:p>
        </p:txBody>
      </p:sp>
      <p:sp>
        <p:nvSpPr>
          <p:cNvPr id="1038" name="bentArrow-s1"/>
          <p:cNvSpPr/>
          <p:nvPr/>
        </p:nvSpPr>
        <p:spPr>
          <a:xfrm>
            <a:off x="8932506" y="3981061"/>
            <a:ext cx="1244082" cy="895739"/>
          </a:xfrm>
          <a:prstGeom prst="bentArrow">
            <a:avLst/>
          </a:prstGeom>
          <a:solidFill>
            <a:srgbClr val="DBEAFE"/>
          </a:solidFill>
          <a:ln w="12700">
            <a:solidFill>
              <a:srgbClr val="1D4ED8"/>
            </a:solidFill>
            <a:prstDash val="solid"/>
          </a:ln>
        </p:spPr>
      </p:sp>
      <p:sp>
        <p:nvSpPr>
          <p:cNvPr id="1039" name="Text 41-s1"/>
          <p:cNvSpPr txBox="1"/>
          <p:nvPr/>
        </p:nvSpPr>
        <p:spPr>
          <a:xfrm>
            <a:off x="8708571" y="4926563"/>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bentArrow</a:t>
            </a:r>
            <a:endParaRPr lang="ja-JP" sz="880" dirty="0"/>
          </a:p>
        </p:txBody>
      </p:sp>
      <p:sp>
        <p:nvSpPr>
          <p:cNvPr id="1040" name="bentConnector2-s1"/>
          <p:cNvSpPr/>
          <p:nvPr/>
        </p:nvSpPr>
        <p:spPr>
          <a:xfrm>
            <a:off x="10624457" y="3981061"/>
            <a:ext cx="1244082" cy="895739"/>
          </a:xfrm>
          <a:prstGeom prst="bentConnector2">
            <a:avLst/>
          </a:prstGeom>
          <a:solidFill>
            <a:srgbClr val="DBEAFE"/>
          </a:solidFill>
          <a:ln w="12700">
            <a:solidFill>
              <a:srgbClr val="1D4ED8"/>
            </a:solidFill>
            <a:prstDash val="solid"/>
          </a:ln>
        </p:spPr>
      </p:sp>
      <p:sp>
        <p:nvSpPr>
          <p:cNvPr id="1041" name="Text 43-s1"/>
          <p:cNvSpPr txBox="1"/>
          <p:nvPr/>
        </p:nvSpPr>
        <p:spPr>
          <a:xfrm>
            <a:off x="10400522" y="4926563"/>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bentConnector2</a:t>
            </a:r>
            <a:endParaRPr lang="ja-JP" sz="880" dirty="0"/>
          </a:p>
        </p:txBody>
      </p:sp>
      <p:sp>
        <p:nvSpPr>
          <p:cNvPr id="1042" name="bentConnector3-s1"/>
          <p:cNvSpPr/>
          <p:nvPr/>
        </p:nvSpPr>
        <p:spPr>
          <a:xfrm>
            <a:off x="472751" y="5424196"/>
            <a:ext cx="1244082" cy="895739"/>
          </a:xfrm>
          <a:prstGeom prst="bentConnector3">
            <a:avLst/>
          </a:prstGeom>
          <a:solidFill>
            <a:srgbClr val="DBEAFE"/>
          </a:solidFill>
          <a:ln w="12700">
            <a:solidFill>
              <a:srgbClr val="1D4ED8"/>
            </a:solidFill>
            <a:prstDash val="solid"/>
          </a:ln>
        </p:spPr>
      </p:sp>
      <p:sp>
        <p:nvSpPr>
          <p:cNvPr id="1043" name="Text 45-s1"/>
          <p:cNvSpPr txBox="1"/>
          <p:nvPr/>
        </p:nvSpPr>
        <p:spPr>
          <a:xfrm>
            <a:off x="248816" y="6369698"/>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bentConnector3</a:t>
            </a:r>
            <a:endParaRPr lang="ja-JP" sz="880" dirty="0"/>
          </a:p>
        </p:txBody>
      </p:sp>
      <p:sp>
        <p:nvSpPr>
          <p:cNvPr id="1044" name="bentConnector4-s1"/>
          <p:cNvSpPr/>
          <p:nvPr/>
        </p:nvSpPr>
        <p:spPr>
          <a:xfrm>
            <a:off x="2164702" y="5424196"/>
            <a:ext cx="1244082" cy="895739"/>
          </a:xfrm>
          <a:prstGeom prst="bentConnector4">
            <a:avLst/>
          </a:prstGeom>
          <a:solidFill>
            <a:srgbClr val="DBEAFE"/>
          </a:solidFill>
          <a:ln w="12700">
            <a:solidFill>
              <a:srgbClr val="1D4ED8"/>
            </a:solidFill>
            <a:prstDash val="solid"/>
          </a:ln>
        </p:spPr>
      </p:sp>
      <p:sp>
        <p:nvSpPr>
          <p:cNvPr id="1045" name="Text 47-s1"/>
          <p:cNvSpPr txBox="1"/>
          <p:nvPr/>
        </p:nvSpPr>
        <p:spPr>
          <a:xfrm>
            <a:off x="1940767" y="6369698"/>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bentConnector4</a:t>
            </a:r>
            <a:endParaRPr lang="ja-JP" sz="880" dirty="0"/>
          </a:p>
        </p:txBody>
      </p:sp>
      <p:sp>
        <p:nvSpPr>
          <p:cNvPr id="1046" name="bentConnector5-s1"/>
          <p:cNvSpPr/>
          <p:nvPr/>
        </p:nvSpPr>
        <p:spPr>
          <a:xfrm>
            <a:off x="3856653" y="5424196"/>
            <a:ext cx="1244082" cy="895739"/>
          </a:xfrm>
          <a:prstGeom prst="bentConnector5">
            <a:avLst/>
          </a:prstGeom>
          <a:solidFill>
            <a:srgbClr val="DBEAFE"/>
          </a:solidFill>
          <a:ln w="12700">
            <a:solidFill>
              <a:srgbClr val="1D4ED8"/>
            </a:solidFill>
            <a:prstDash val="solid"/>
          </a:ln>
        </p:spPr>
      </p:sp>
      <p:sp>
        <p:nvSpPr>
          <p:cNvPr id="1047" name="Text 49-s1"/>
          <p:cNvSpPr txBox="1"/>
          <p:nvPr/>
        </p:nvSpPr>
        <p:spPr>
          <a:xfrm>
            <a:off x="3632718" y="6369698"/>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bentConnector5</a:t>
            </a:r>
            <a:endParaRPr lang="ja-JP" sz="880" dirty="0"/>
          </a:p>
        </p:txBody>
      </p:sp>
      <p:sp>
        <p:nvSpPr>
          <p:cNvPr id="1048" name="bentUpArrow-s1"/>
          <p:cNvSpPr/>
          <p:nvPr/>
        </p:nvSpPr>
        <p:spPr>
          <a:xfrm>
            <a:off x="5548604" y="5424196"/>
            <a:ext cx="1244082" cy="895739"/>
          </a:xfrm>
          <a:prstGeom prst="bentUpArrow">
            <a:avLst/>
          </a:prstGeom>
          <a:solidFill>
            <a:srgbClr val="DBEAFE"/>
          </a:solidFill>
          <a:ln w="12700">
            <a:solidFill>
              <a:srgbClr val="1D4ED8"/>
            </a:solidFill>
            <a:prstDash val="solid"/>
          </a:ln>
        </p:spPr>
      </p:sp>
      <p:sp>
        <p:nvSpPr>
          <p:cNvPr id="1049" name="Text 51-s1"/>
          <p:cNvSpPr txBox="1"/>
          <p:nvPr/>
        </p:nvSpPr>
        <p:spPr>
          <a:xfrm>
            <a:off x="5324669" y="6369698"/>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bentUpArrow</a:t>
            </a:r>
            <a:endParaRPr lang="ja-JP" sz="880" dirty="0"/>
          </a:p>
        </p:txBody>
      </p:sp>
      <p:sp>
        <p:nvSpPr>
          <p:cNvPr id="1050" name="bevel-s1"/>
          <p:cNvSpPr/>
          <p:nvPr/>
        </p:nvSpPr>
        <p:spPr>
          <a:xfrm>
            <a:off x="7240555" y="5424196"/>
            <a:ext cx="1244082" cy="895739"/>
          </a:xfrm>
          <a:prstGeom prst="bevel">
            <a:avLst/>
          </a:prstGeom>
          <a:solidFill>
            <a:srgbClr val="DBEAFE"/>
          </a:solidFill>
          <a:ln w="12700">
            <a:solidFill>
              <a:srgbClr val="1D4ED8"/>
            </a:solidFill>
            <a:prstDash val="solid"/>
          </a:ln>
        </p:spPr>
      </p:sp>
      <p:sp>
        <p:nvSpPr>
          <p:cNvPr id="1051" name="Text 53-s1"/>
          <p:cNvSpPr txBox="1"/>
          <p:nvPr/>
        </p:nvSpPr>
        <p:spPr>
          <a:xfrm>
            <a:off x="7016620" y="6369698"/>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bevel</a:t>
            </a:r>
            <a:endParaRPr lang="ja-JP" sz="880" dirty="0"/>
          </a:p>
        </p:txBody>
      </p:sp>
      <p:sp>
        <p:nvSpPr>
          <p:cNvPr id="1052" name="blockArc-s1"/>
          <p:cNvSpPr/>
          <p:nvPr/>
        </p:nvSpPr>
        <p:spPr>
          <a:xfrm>
            <a:off x="8932506" y="5424196"/>
            <a:ext cx="1244082" cy="895739"/>
          </a:xfrm>
          <a:prstGeom prst="blockArc">
            <a:avLst/>
          </a:prstGeom>
          <a:solidFill>
            <a:srgbClr val="DBEAFE"/>
          </a:solidFill>
          <a:ln w="12700">
            <a:solidFill>
              <a:srgbClr val="1D4ED8"/>
            </a:solidFill>
            <a:prstDash val="solid"/>
          </a:ln>
        </p:spPr>
      </p:sp>
      <p:sp>
        <p:nvSpPr>
          <p:cNvPr id="1053" name="Text 55-s1"/>
          <p:cNvSpPr txBox="1"/>
          <p:nvPr/>
        </p:nvSpPr>
        <p:spPr>
          <a:xfrm>
            <a:off x="8708571" y="6369698"/>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blockArc</a:t>
            </a:r>
            <a:endParaRPr lang="ja-JP" sz="880" dirty="0"/>
          </a:p>
        </p:txBody>
      </p:sp>
      <p:sp>
        <p:nvSpPr>
          <p:cNvPr id="1054" name="borderCallout1-s2"/>
          <p:cNvSpPr/>
          <p:nvPr/>
        </p:nvSpPr>
        <p:spPr>
          <a:xfrm>
            <a:off x="472751" y="1094792"/>
            <a:ext cx="1244082" cy="895739"/>
          </a:xfrm>
          <a:prstGeom prst="borderCallout1">
            <a:avLst/>
          </a:prstGeom>
          <a:solidFill>
            <a:srgbClr val="DBEAFE"/>
          </a:solidFill>
          <a:ln w="12700">
            <a:solidFill>
              <a:srgbClr val="1D4ED8"/>
            </a:solidFill>
            <a:prstDash val="solid"/>
          </a:ln>
        </p:spPr>
      </p:sp>
      <p:sp>
        <p:nvSpPr>
          <p:cNvPr id="1055" name="Text 3-s2"/>
          <p:cNvSpPr txBox="1"/>
          <p:nvPr/>
        </p:nvSpPr>
        <p:spPr>
          <a:xfrm>
            <a:off x="248816" y="2040294"/>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borderCallout1</a:t>
            </a:r>
            <a:endParaRPr lang="ja-JP" sz="880" dirty="0"/>
          </a:p>
        </p:txBody>
      </p:sp>
      <p:sp>
        <p:nvSpPr>
          <p:cNvPr id="1056" name="borderCallout2-s2"/>
          <p:cNvSpPr/>
          <p:nvPr/>
        </p:nvSpPr>
        <p:spPr>
          <a:xfrm>
            <a:off x="2164702" y="1094792"/>
            <a:ext cx="1244082" cy="895739"/>
          </a:xfrm>
          <a:prstGeom prst="borderCallout2">
            <a:avLst/>
          </a:prstGeom>
          <a:solidFill>
            <a:srgbClr val="DBEAFE"/>
          </a:solidFill>
          <a:ln w="12700">
            <a:solidFill>
              <a:srgbClr val="1D4ED8"/>
            </a:solidFill>
            <a:prstDash val="solid"/>
          </a:ln>
        </p:spPr>
      </p:sp>
      <p:sp>
        <p:nvSpPr>
          <p:cNvPr id="1057" name="Text 5-s2"/>
          <p:cNvSpPr txBox="1"/>
          <p:nvPr/>
        </p:nvSpPr>
        <p:spPr>
          <a:xfrm>
            <a:off x="1940767" y="2040294"/>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borderCallout2</a:t>
            </a:r>
            <a:endParaRPr lang="ja-JP" sz="880" dirty="0"/>
          </a:p>
        </p:txBody>
      </p:sp>
      <p:sp>
        <p:nvSpPr>
          <p:cNvPr id="1058" name="borderCallout3-s2"/>
          <p:cNvSpPr/>
          <p:nvPr/>
        </p:nvSpPr>
        <p:spPr>
          <a:xfrm>
            <a:off x="3856653" y="1094792"/>
            <a:ext cx="1244082" cy="895739"/>
          </a:xfrm>
          <a:prstGeom prst="borderCallout3">
            <a:avLst/>
          </a:prstGeom>
          <a:solidFill>
            <a:srgbClr val="DBEAFE"/>
          </a:solidFill>
          <a:ln w="12700">
            <a:solidFill>
              <a:srgbClr val="1D4ED8"/>
            </a:solidFill>
            <a:prstDash val="solid"/>
          </a:ln>
        </p:spPr>
      </p:sp>
      <p:sp>
        <p:nvSpPr>
          <p:cNvPr id="1059" name="Text 7-s2"/>
          <p:cNvSpPr txBox="1"/>
          <p:nvPr/>
        </p:nvSpPr>
        <p:spPr>
          <a:xfrm>
            <a:off x="3632718" y="2040294"/>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borderCallout3</a:t>
            </a:r>
            <a:endParaRPr lang="ja-JP" sz="880" dirty="0"/>
          </a:p>
        </p:txBody>
      </p:sp>
      <p:sp>
        <p:nvSpPr>
          <p:cNvPr id="1060" name="bracePair-s2"/>
          <p:cNvSpPr/>
          <p:nvPr/>
        </p:nvSpPr>
        <p:spPr>
          <a:xfrm>
            <a:off x="5548604" y="1094792"/>
            <a:ext cx="1244082" cy="895739"/>
          </a:xfrm>
          <a:prstGeom prst="bracePair">
            <a:avLst/>
          </a:prstGeom>
          <a:solidFill>
            <a:srgbClr val="DBEAFE"/>
          </a:solidFill>
          <a:ln w="12700">
            <a:solidFill>
              <a:srgbClr val="1D4ED8"/>
            </a:solidFill>
            <a:prstDash val="solid"/>
          </a:ln>
        </p:spPr>
      </p:sp>
      <p:sp>
        <p:nvSpPr>
          <p:cNvPr id="1061" name="Text 9-s2"/>
          <p:cNvSpPr txBox="1"/>
          <p:nvPr/>
        </p:nvSpPr>
        <p:spPr>
          <a:xfrm>
            <a:off x="5324669" y="2040294"/>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bracePair</a:t>
            </a:r>
            <a:endParaRPr lang="ja-JP" sz="880" dirty="0"/>
          </a:p>
        </p:txBody>
      </p:sp>
      <p:sp>
        <p:nvSpPr>
          <p:cNvPr id="1062" name="bracketPair-s2"/>
          <p:cNvSpPr/>
          <p:nvPr/>
        </p:nvSpPr>
        <p:spPr>
          <a:xfrm>
            <a:off x="7240555" y="1094792"/>
            <a:ext cx="1244082" cy="895739"/>
          </a:xfrm>
          <a:prstGeom prst="bracketPair">
            <a:avLst/>
          </a:prstGeom>
          <a:solidFill>
            <a:srgbClr val="DBEAFE"/>
          </a:solidFill>
          <a:ln w="12700">
            <a:solidFill>
              <a:srgbClr val="1D4ED8"/>
            </a:solidFill>
            <a:prstDash val="solid"/>
          </a:ln>
        </p:spPr>
      </p:sp>
      <p:sp>
        <p:nvSpPr>
          <p:cNvPr id="1063" name="Text 11-s2"/>
          <p:cNvSpPr txBox="1"/>
          <p:nvPr/>
        </p:nvSpPr>
        <p:spPr>
          <a:xfrm>
            <a:off x="7016620" y="2040294"/>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bracketPair</a:t>
            </a:r>
            <a:endParaRPr lang="ja-JP" sz="880" dirty="0"/>
          </a:p>
        </p:txBody>
      </p:sp>
      <p:sp>
        <p:nvSpPr>
          <p:cNvPr id="1064" name="callout1-s2"/>
          <p:cNvSpPr/>
          <p:nvPr/>
        </p:nvSpPr>
        <p:spPr>
          <a:xfrm>
            <a:off x="8932506" y="1094792"/>
            <a:ext cx="1244082" cy="895739"/>
          </a:xfrm>
          <a:prstGeom prst="callout1">
            <a:avLst/>
          </a:prstGeom>
          <a:solidFill>
            <a:srgbClr val="DBEAFE"/>
          </a:solidFill>
          <a:ln w="12700">
            <a:solidFill>
              <a:srgbClr val="1D4ED8"/>
            </a:solidFill>
            <a:prstDash val="solid"/>
          </a:ln>
        </p:spPr>
      </p:sp>
      <p:sp>
        <p:nvSpPr>
          <p:cNvPr id="1065" name="Text 13-s2"/>
          <p:cNvSpPr txBox="1"/>
          <p:nvPr/>
        </p:nvSpPr>
        <p:spPr>
          <a:xfrm>
            <a:off x="8708571" y="2040294"/>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callout1</a:t>
            </a:r>
            <a:endParaRPr lang="ja-JP" sz="880" dirty="0"/>
          </a:p>
        </p:txBody>
      </p:sp>
      <p:sp>
        <p:nvSpPr>
          <p:cNvPr id="1066" name="callout2-s2"/>
          <p:cNvSpPr/>
          <p:nvPr/>
        </p:nvSpPr>
        <p:spPr>
          <a:xfrm>
            <a:off x="10624457" y="1094792"/>
            <a:ext cx="1244082" cy="895739"/>
          </a:xfrm>
          <a:prstGeom prst="callout2">
            <a:avLst/>
          </a:prstGeom>
          <a:solidFill>
            <a:srgbClr val="DBEAFE"/>
          </a:solidFill>
          <a:ln w="12700">
            <a:solidFill>
              <a:srgbClr val="1D4ED8"/>
            </a:solidFill>
            <a:prstDash val="solid"/>
          </a:ln>
        </p:spPr>
      </p:sp>
      <p:sp>
        <p:nvSpPr>
          <p:cNvPr id="1067" name="Text 15-s2"/>
          <p:cNvSpPr txBox="1"/>
          <p:nvPr/>
        </p:nvSpPr>
        <p:spPr>
          <a:xfrm>
            <a:off x="10400522" y="2040294"/>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callout2</a:t>
            </a:r>
            <a:endParaRPr lang="ja-JP" sz="880" dirty="0"/>
          </a:p>
        </p:txBody>
      </p:sp>
      <p:sp>
        <p:nvSpPr>
          <p:cNvPr id="1068" name="callout3-s2"/>
          <p:cNvSpPr/>
          <p:nvPr/>
        </p:nvSpPr>
        <p:spPr>
          <a:xfrm>
            <a:off x="472751" y="2537927"/>
            <a:ext cx="1244082" cy="895739"/>
          </a:xfrm>
          <a:prstGeom prst="callout3">
            <a:avLst/>
          </a:prstGeom>
          <a:solidFill>
            <a:srgbClr val="DBEAFE"/>
          </a:solidFill>
          <a:ln w="12700">
            <a:solidFill>
              <a:srgbClr val="1D4ED8"/>
            </a:solidFill>
            <a:prstDash val="solid"/>
          </a:ln>
        </p:spPr>
      </p:sp>
      <p:sp>
        <p:nvSpPr>
          <p:cNvPr id="1069" name="Text 17-s2"/>
          <p:cNvSpPr txBox="1"/>
          <p:nvPr/>
        </p:nvSpPr>
        <p:spPr>
          <a:xfrm>
            <a:off x="248816" y="3483429"/>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callout3</a:t>
            </a:r>
            <a:endParaRPr lang="ja-JP" sz="880" dirty="0"/>
          </a:p>
        </p:txBody>
      </p:sp>
      <p:sp>
        <p:nvSpPr>
          <p:cNvPr id="1070" name="can-s2"/>
          <p:cNvSpPr/>
          <p:nvPr/>
        </p:nvSpPr>
        <p:spPr>
          <a:xfrm>
            <a:off x="2164702" y="2537927"/>
            <a:ext cx="1244082" cy="895739"/>
          </a:xfrm>
          <a:prstGeom prst="can">
            <a:avLst/>
          </a:prstGeom>
          <a:solidFill>
            <a:srgbClr val="DBEAFE"/>
          </a:solidFill>
          <a:ln w="12700">
            <a:solidFill>
              <a:srgbClr val="1D4ED8"/>
            </a:solidFill>
            <a:prstDash val="solid"/>
          </a:ln>
        </p:spPr>
        <p:txBody>
          <a:bodyPr wrap="square" lIns="99060" tIns="0" rIns="99060" bIns="0" rtlCol="0" anchor="ctr">
            <a:normAutofit/>
          </a:bodyPr>
          <a:lstStyle/>
          <a:p>
            <a:pPr algn="ctr" indent="0" marL="0">
              <a:lnSpc>
                <a:spcPct val="150000"/>
              </a:lnSpc>
              <a:spcBef>
                <a:spcPts val="1760"/>
              </a:spcBef>
              <a:spcAft>
                <a:spcPts val="880"/>
              </a:spcAft>
              <a:buNone/>
            </a:pPr>
            <a:r>
              <a:rPr lang="ja-JP" altLang="en-US" sz="1180" dirty="0">
                <a:solidFill>
                  <a:srgbClr val="000000"/>
                </a:solidFill>
                <a:latin typeface="游ゴシック" pitchFamily="34" charset="0"/>
                <a:ea typeface="游ゴシック" pitchFamily="34" charset="-122"/>
                <a:cs typeface="游ゴシック" pitchFamily="34" charset="-120"/>
              </a:rPr>
              <a:t>円柱</a:t>
            </a:r>
            <a:endParaRPr lang="ja-JP" sz="1180" dirty="0"/>
          </a:p>
        </p:txBody>
      </p:sp>
      <p:sp>
        <p:nvSpPr>
          <p:cNvPr id="1071" name="Text 19-s2"/>
          <p:cNvSpPr txBox="1"/>
          <p:nvPr/>
        </p:nvSpPr>
        <p:spPr>
          <a:xfrm>
            <a:off x="1940767" y="3483429"/>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can</a:t>
            </a:r>
            <a:endParaRPr lang="ja-JP" sz="880" dirty="0"/>
          </a:p>
        </p:txBody>
      </p:sp>
      <p:sp>
        <p:nvSpPr>
          <p:cNvPr id="1072" name="chartPlus-s2"/>
          <p:cNvSpPr/>
          <p:nvPr/>
        </p:nvSpPr>
        <p:spPr>
          <a:xfrm>
            <a:off x="3856653" y="2537927"/>
            <a:ext cx="1244082" cy="895739"/>
          </a:xfrm>
          <a:prstGeom prst="chartPlus">
            <a:avLst/>
          </a:prstGeom>
          <a:solidFill>
            <a:srgbClr val="DBEAFE"/>
          </a:solidFill>
          <a:ln w="12700">
            <a:solidFill>
              <a:srgbClr val="1D4ED8"/>
            </a:solidFill>
            <a:prstDash val="solid"/>
          </a:ln>
        </p:spPr>
      </p:sp>
      <p:sp>
        <p:nvSpPr>
          <p:cNvPr id="1073" name="Text 21-s2"/>
          <p:cNvSpPr txBox="1"/>
          <p:nvPr/>
        </p:nvSpPr>
        <p:spPr>
          <a:xfrm>
            <a:off x="3632718" y="3483429"/>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chartPlus</a:t>
            </a:r>
            <a:endParaRPr lang="ja-JP" sz="880" dirty="0"/>
          </a:p>
        </p:txBody>
      </p:sp>
      <p:sp>
        <p:nvSpPr>
          <p:cNvPr id="1074" name="chartStar-s2"/>
          <p:cNvSpPr/>
          <p:nvPr/>
        </p:nvSpPr>
        <p:spPr>
          <a:xfrm>
            <a:off x="5548604" y="2537927"/>
            <a:ext cx="1244082" cy="895739"/>
          </a:xfrm>
          <a:prstGeom prst="chartStar">
            <a:avLst/>
          </a:prstGeom>
          <a:solidFill>
            <a:srgbClr val="DBEAFE"/>
          </a:solidFill>
          <a:ln w="12700">
            <a:solidFill>
              <a:srgbClr val="1D4ED8"/>
            </a:solidFill>
            <a:prstDash val="solid"/>
          </a:ln>
        </p:spPr>
      </p:sp>
      <p:sp>
        <p:nvSpPr>
          <p:cNvPr id="1075" name="Text 23-s2"/>
          <p:cNvSpPr txBox="1"/>
          <p:nvPr/>
        </p:nvSpPr>
        <p:spPr>
          <a:xfrm>
            <a:off x="5324669" y="3483429"/>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chartStar</a:t>
            </a:r>
            <a:endParaRPr lang="ja-JP" sz="880" dirty="0"/>
          </a:p>
        </p:txBody>
      </p:sp>
      <p:sp>
        <p:nvSpPr>
          <p:cNvPr id="1076" name="chartX-s2"/>
          <p:cNvSpPr/>
          <p:nvPr/>
        </p:nvSpPr>
        <p:spPr>
          <a:xfrm>
            <a:off x="7240555" y="2537927"/>
            <a:ext cx="1244082" cy="895739"/>
          </a:xfrm>
          <a:prstGeom prst="chartX">
            <a:avLst/>
          </a:prstGeom>
          <a:solidFill>
            <a:srgbClr val="DBEAFE"/>
          </a:solidFill>
          <a:ln w="12700">
            <a:solidFill>
              <a:srgbClr val="1D4ED8"/>
            </a:solidFill>
            <a:prstDash val="solid"/>
          </a:ln>
        </p:spPr>
      </p:sp>
      <p:sp>
        <p:nvSpPr>
          <p:cNvPr id="1077" name="Text 25-s2"/>
          <p:cNvSpPr txBox="1"/>
          <p:nvPr/>
        </p:nvSpPr>
        <p:spPr>
          <a:xfrm>
            <a:off x="7016620" y="3483429"/>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chartX</a:t>
            </a:r>
            <a:endParaRPr lang="ja-JP" sz="880" dirty="0"/>
          </a:p>
        </p:txBody>
      </p:sp>
      <p:sp>
        <p:nvSpPr>
          <p:cNvPr id="1078" name="chevron-s2"/>
          <p:cNvSpPr/>
          <p:nvPr/>
        </p:nvSpPr>
        <p:spPr>
          <a:xfrm>
            <a:off x="8932506" y="2537927"/>
            <a:ext cx="1244082" cy="895739"/>
          </a:xfrm>
          <a:prstGeom prst="chevron">
            <a:avLst/>
          </a:prstGeom>
          <a:solidFill>
            <a:srgbClr val="DBEAFE"/>
          </a:solidFill>
          <a:ln w="12700">
            <a:solidFill>
              <a:srgbClr val="1D4ED8"/>
            </a:solidFill>
            <a:prstDash val="solid"/>
          </a:ln>
        </p:spPr>
      </p:sp>
      <p:sp>
        <p:nvSpPr>
          <p:cNvPr id="1079" name="Text 27-s2"/>
          <p:cNvSpPr txBox="1"/>
          <p:nvPr/>
        </p:nvSpPr>
        <p:spPr>
          <a:xfrm>
            <a:off x="8708571" y="3483429"/>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chevron</a:t>
            </a:r>
            <a:endParaRPr lang="ja-JP" sz="880" dirty="0"/>
          </a:p>
        </p:txBody>
      </p:sp>
      <p:sp>
        <p:nvSpPr>
          <p:cNvPr id="1080" name="chord-s2"/>
          <p:cNvSpPr/>
          <p:nvPr/>
        </p:nvSpPr>
        <p:spPr>
          <a:xfrm>
            <a:off x="10624457" y="2537927"/>
            <a:ext cx="1244082" cy="895739"/>
          </a:xfrm>
          <a:prstGeom prst="chord">
            <a:avLst/>
          </a:prstGeom>
          <a:solidFill>
            <a:srgbClr val="DBEAFE"/>
          </a:solidFill>
          <a:ln w="12700">
            <a:solidFill>
              <a:srgbClr val="1D4ED8"/>
            </a:solidFill>
            <a:prstDash val="solid"/>
          </a:ln>
        </p:spPr>
      </p:sp>
      <p:sp>
        <p:nvSpPr>
          <p:cNvPr id="1081" name="Text 29-s2"/>
          <p:cNvSpPr txBox="1"/>
          <p:nvPr/>
        </p:nvSpPr>
        <p:spPr>
          <a:xfrm>
            <a:off x="10400522" y="3483429"/>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chord</a:t>
            </a:r>
            <a:endParaRPr lang="ja-JP" sz="880" dirty="0"/>
          </a:p>
        </p:txBody>
      </p:sp>
      <p:sp>
        <p:nvSpPr>
          <p:cNvPr id="1082" name="circularArrow-s2"/>
          <p:cNvSpPr/>
          <p:nvPr/>
        </p:nvSpPr>
        <p:spPr>
          <a:xfrm>
            <a:off x="472751" y="3981061"/>
            <a:ext cx="1244082" cy="895739"/>
          </a:xfrm>
          <a:prstGeom prst="circularArrow">
            <a:avLst/>
          </a:prstGeom>
          <a:solidFill>
            <a:srgbClr val="DBEAFE"/>
          </a:solidFill>
          <a:ln w="12700">
            <a:solidFill>
              <a:srgbClr val="1D4ED8"/>
            </a:solidFill>
            <a:prstDash val="solid"/>
          </a:ln>
        </p:spPr>
      </p:sp>
      <p:sp>
        <p:nvSpPr>
          <p:cNvPr id="1083" name="Text 31-s2"/>
          <p:cNvSpPr txBox="1"/>
          <p:nvPr/>
        </p:nvSpPr>
        <p:spPr>
          <a:xfrm>
            <a:off x="248816" y="4926563"/>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circularArrow</a:t>
            </a:r>
            <a:endParaRPr lang="ja-JP" sz="880" dirty="0"/>
          </a:p>
        </p:txBody>
      </p:sp>
      <p:sp>
        <p:nvSpPr>
          <p:cNvPr id="1084" name="cloud-s2"/>
          <p:cNvSpPr/>
          <p:nvPr/>
        </p:nvSpPr>
        <p:spPr>
          <a:xfrm>
            <a:off x="2164702" y="3981061"/>
            <a:ext cx="1244082" cy="895739"/>
          </a:xfrm>
          <a:prstGeom prst="cloud">
            <a:avLst/>
          </a:prstGeom>
          <a:solidFill>
            <a:srgbClr val="DBEAFE"/>
          </a:solidFill>
          <a:ln w="12700">
            <a:solidFill>
              <a:srgbClr val="1D4ED8"/>
            </a:solidFill>
            <a:prstDash val="solid"/>
          </a:ln>
        </p:spPr>
        <p:txBody>
          <a:bodyPr wrap="square" lIns="99060" tIns="0" rIns="99060" bIns="0" rtlCol="0" anchor="ctr">
            <a:normAutofit/>
          </a:bodyPr>
          <a:lstStyle/>
          <a:p>
            <a:pPr algn="ctr" indent="0" marL="0">
              <a:lnSpc>
                <a:spcPct val="150000"/>
              </a:lnSpc>
              <a:spcBef>
                <a:spcPts val="1060"/>
              </a:spcBef>
              <a:spcAft>
                <a:spcPts val="1390"/>
              </a:spcAft>
              <a:buNone/>
            </a:pPr>
            <a:r>
              <a:rPr lang="ja-JP" altLang="en-US" sz="1180" dirty="0">
                <a:solidFill>
                  <a:srgbClr val="000000"/>
                </a:solidFill>
                <a:latin typeface="游ゴシック" pitchFamily="34" charset="0"/>
                <a:ea typeface="游ゴシック" pitchFamily="34" charset="-122"/>
                <a:cs typeface="游ゴシック" pitchFamily="34" charset="-120"/>
              </a:rPr>
              <a:t>雲</a:t>
            </a:r>
            <a:endParaRPr lang="ja-JP" sz="1180" dirty="0"/>
          </a:p>
        </p:txBody>
      </p:sp>
      <p:sp>
        <p:nvSpPr>
          <p:cNvPr id="1085" name="Text 33-s2"/>
          <p:cNvSpPr txBox="1"/>
          <p:nvPr/>
        </p:nvSpPr>
        <p:spPr>
          <a:xfrm>
            <a:off x="1940767" y="4926563"/>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cloud</a:t>
            </a:r>
            <a:endParaRPr lang="ja-JP" sz="880" dirty="0"/>
          </a:p>
        </p:txBody>
      </p:sp>
      <p:sp>
        <p:nvSpPr>
          <p:cNvPr id="1086" name="cloudCallout-s2"/>
          <p:cNvSpPr/>
          <p:nvPr/>
        </p:nvSpPr>
        <p:spPr>
          <a:xfrm>
            <a:off x="3856653" y="3981061"/>
            <a:ext cx="1244082" cy="895739"/>
          </a:xfrm>
          <a:prstGeom prst="cloudCallout">
            <a:avLst/>
          </a:prstGeom>
          <a:solidFill>
            <a:srgbClr val="DBEAFE"/>
          </a:solidFill>
          <a:ln w="12700">
            <a:solidFill>
              <a:srgbClr val="1D4ED8"/>
            </a:solidFill>
            <a:prstDash val="solid"/>
          </a:ln>
        </p:spPr>
      </p:sp>
      <p:sp>
        <p:nvSpPr>
          <p:cNvPr id="1087" name="Text 35-s2"/>
          <p:cNvSpPr txBox="1"/>
          <p:nvPr/>
        </p:nvSpPr>
        <p:spPr>
          <a:xfrm>
            <a:off x="3632718" y="4926563"/>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cloudCallout</a:t>
            </a:r>
            <a:endParaRPr lang="ja-JP" sz="880" dirty="0"/>
          </a:p>
        </p:txBody>
      </p:sp>
      <p:sp>
        <p:nvSpPr>
          <p:cNvPr id="1088" name="corner-s2"/>
          <p:cNvSpPr/>
          <p:nvPr/>
        </p:nvSpPr>
        <p:spPr>
          <a:xfrm>
            <a:off x="5548604" y="3981061"/>
            <a:ext cx="1244082" cy="895739"/>
          </a:xfrm>
          <a:prstGeom prst="corner">
            <a:avLst/>
          </a:prstGeom>
          <a:solidFill>
            <a:srgbClr val="DBEAFE"/>
          </a:solidFill>
          <a:ln w="12700">
            <a:solidFill>
              <a:srgbClr val="1D4ED8"/>
            </a:solidFill>
            <a:prstDash val="solid"/>
          </a:ln>
        </p:spPr>
      </p:sp>
      <p:sp>
        <p:nvSpPr>
          <p:cNvPr id="1089" name="Text 37-s2"/>
          <p:cNvSpPr txBox="1"/>
          <p:nvPr/>
        </p:nvSpPr>
        <p:spPr>
          <a:xfrm>
            <a:off x="5324669" y="4926563"/>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corner</a:t>
            </a:r>
            <a:endParaRPr lang="ja-JP" sz="880" dirty="0"/>
          </a:p>
        </p:txBody>
      </p:sp>
      <p:sp>
        <p:nvSpPr>
          <p:cNvPr id="1090" name="cornerTabs-s2"/>
          <p:cNvSpPr/>
          <p:nvPr/>
        </p:nvSpPr>
        <p:spPr>
          <a:xfrm>
            <a:off x="7240555" y="3981061"/>
            <a:ext cx="1244082" cy="895739"/>
          </a:xfrm>
          <a:prstGeom prst="cornerTabs">
            <a:avLst/>
          </a:prstGeom>
          <a:solidFill>
            <a:srgbClr val="DBEAFE"/>
          </a:solidFill>
          <a:ln w="12700">
            <a:solidFill>
              <a:srgbClr val="1D4ED8"/>
            </a:solidFill>
            <a:prstDash val="solid"/>
          </a:ln>
        </p:spPr>
      </p:sp>
      <p:sp>
        <p:nvSpPr>
          <p:cNvPr id="1091" name="Text 39-s2"/>
          <p:cNvSpPr txBox="1"/>
          <p:nvPr/>
        </p:nvSpPr>
        <p:spPr>
          <a:xfrm>
            <a:off x="7016620" y="4926563"/>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cornerTabs</a:t>
            </a:r>
            <a:endParaRPr lang="ja-JP" sz="880" dirty="0"/>
          </a:p>
        </p:txBody>
      </p:sp>
      <p:sp>
        <p:nvSpPr>
          <p:cNvPr id="1092" name="cube-s2"/>
          <p:cNvSpPr/>
          <p:nvPr/>
        </p:nvSpPr>
        <p:spPr>
          <a:xfrm>
            <a:off x="8932506" y="3981061"/>
            <a:ext cx="1244082" cy="895739"/>
          </a:xfrm>
          <a:prstGeom prst="cube">
            <a:avLst/>
          </a:prstGeom>
          <a:solidFill>
            <a:srgbClr val="DBEAFE"/>
          </a:solidFill>
          <a:ln w="12700">
            <a:solidFill>
              <a:srgbClr val="1D4ED8"/>
            </a:solidFill>
            <a:prstDash val="solid"/>
          </a:ln>
        </p:spPr>
        <p:txBody>
          <a:bodyPr wrap="square" lIns="99060" tIns="0" rIns="99060" bIns="0" rtlCol="0" anchor="ctr">
            <a:normAutofit/>
          </a:bodyPr>
          <a:lstStyle/>
          <a:p>
            <a:pPr algn="ctr" indent="0" marL="0">
              <a:lnSpc>
                <a:spcPct val="150000"/>
              </a:lnSpc>
              <a:spcBef>
                <a:spcPts val="1760"/>
              </a:spcBef>
              <a:buNone/>
            </a:pPr>
            <a:r>
              <a:rPr lang="ja-JP" altLang="en-US" sz="1180" dirty="0">
                <a:solidFill>
                  <a:srgbClr val="000000"/>
                </a:solidFill>
                <a:latin typeface="游ゴシック" pitchFamily="34" charset="0"/>
                <a:ea typeface="游ゴシック" pitchFamily="34" charset="-122"/>
                <a:cs typeface="游ゴシック" pitchFamily="34" charset="-120"/>
              </a:rPr>
              <a:t>立方体</a:t>
            </a:r>
            <a:endParaRPr lang="ja-JP" sz="1180" dirty="0"/>
          </a:p>
        </p:txBody>
      </p:sp>
      <p:sp>
        <p:nvSpPr>
          <p:cNvPr id="1093" name="Text 41-s2"/>
          <p:cNvSpPr txBox="1"/>
          <p:nvPr/>
        </p:nvSpPr>
        <p:spPr>
          <a:xfrm>
            <a:off x="8708571" y="4926563"/>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cube</a:t>
            </a:r>
            <a:endParaRPr lang="ja-JP" sz="880" dirty="0"/>
          </a:p>
        </p:txBody>
      </p:sp>
      <p:sp>
        <p:nvSpPr>
          <p:cNvPr id="1094" name="curvedConnector2-s2"/>
          <p:cNvSpPr/>
          <p:nvPr/>
        </p:nvSpPr>
        <p:spPr>
          <a:xfrm>
            <a:off x="10624457" y="3981061"/>
            <a:ext cx="1244082" cy="895739"/>
          </a:xfrm>
          <a:prstGeom prst="curvedConnector2">
            <a:avLst/>
          </a:prstGeom>
          <a:solidFill>
            <a:srgbClr val="DBEAFE"/>
          </a:solidFill>
          <a:ln w="12700">
            <a:solidFill>
              <a:srgbClr val="1D4ED8"/>
            </a:solidFill>
            <a:prstDash val="solid"/>
          </a:ln>
        </p:spPr>
      </p:sp>
      <p:sp>
        <p:nvSpPr>
          <p:cNvPr id="1095" name="Text 43-s2"/>
          <p:cNvSpPr txBox="1"/>
          <p:nvPr/>
        </p:nvSpPr>
        <p:spPr>
          <a:xfrm>
            <a:off x="10400522" y="4926563"/>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curvedConnector2</a:t>
            </a:r>
            <a:endParaRPr lang="ja-JP" sz="880" dirty="0"/>
          </a:p>
        </p:txBody>
      </p:sp>
      <p:sp>
        <p:nvSpPr>
          <p:cNvPr id="1096" name="curvedConnector3-s2"/>
          <p:cNvSpPr/>
          <p:nvPr/>
        </p:nvSpPr>
        <p:spPr>
          <a:xfrm>
            <a:off x="472751" y="5424196"/>
            <a:ext cx="1244082" cy="895739"/>
          </a:xfrm>
          <a:prstGeom prst="curvedConnector3">
            <a:avLst/>
          </a:prstGeom>
          <a:solidFill>
            <a:srgbClr val="DBEAFE"/>
          </a:solidFill>
          <a:ln w="12700">
            <a:solidFill>
              <a:srgbClr val="1D4ED8"/>
            </a:solidFill>
            <a:prstDash val="solid"/>
          </a:ln>
        </p:spPr>
      </p:sp>
      <p:sp>
        <p:nvSpPr>
          <p:cNvPr id="1097" name="Text 45-s2"/>
          <p:cNvSpPr txBox="1"/>
          <p:nvPr/>
        </p:nvSpPr>
        <p:spPr>
          <a:xfrm>
            <a:off x="248816" y="6369698"/>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curvedConnector3</a:t>
            </a:r>
            <a:endParaRPr lang="ja-JP" sz="880" dirty="0"/>
          </a:p>
        </p:txBody>
      </p:sp>
      <p:sp>
        <p:nvSpPr>
          <p:cNvPr id="1098" name="curvedConnector4-s2"/>
          <p:cNvSpPr/>
          <p:nvPr/>
        </p:nvSpPr>
        <p:spPr>
          <a:xfrm>
            <a:off x="2164702" y="5424196"/>
            <a:ext cx="1244082" cy="895739"/>
          </a:xfrm>
          <a:prstGeom prst="curvedConnector4">
            <a:avLst/>
          </a:prstGeom>
          <a:solidFill>
            <a:srgbClr val="DBEAFE"/>
          </a:solidFill>
          <a:ln w="12700">
            <a:solidFill>
              <a:srgbClr val="1D4ED8"/>
            </a:solidFill>
            <a:prstDash val="solid"/>
          </a:ln>
        </p:spPr>
      </p:sp>
      <p:sp>
        <p:nvSpPr>
          <p:cNvPr id="1099" name="Text 47-s2"/>
          <p:cNvSpPr txBox="1"/>
          <p:nvPr/>
        </p:nvSpPr>
        <p:spPr>
          <a:xfrm>
            <a:off x="1940767" y="6369698"/>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curvedConnector4</a:t>
            </a:r>
            <a:endParaRPr lang="ja-JP" sz="880" dirty="0"/>
          </a:p>
        </p:txBody>
      </p:sp>
      <p:sp>
        <p:nvSpPr>
          <p:cNvPr id="1100" name="curvedConnector5-s2"/>
          <p:cNvSpPr/>
          <p:nvPr/>
        </p:nvSpPr>
        <p:spPr>
          <a:xfrm>
            <a:off x="3856653" y="5424196"/>
            <a:ext cx="1244082" cy="895739"/>
          </a:xfrm>
          <a:prstGeom prst="curvedConnector5">
            <a:avLst/>
          </a:prstGeom>
          <a:solidFill>
            <a:srgbClr val="DBEAFE"/>
          </a:solidFill>
          <a:ln w="12700">
            <a:solidFill>
              <a:srgbClr val="1D4ED8"/>
            </a:solidFill>
            <a:prstDash val="solid"/>
          </a:ln>
        </p:spPr>
      </p:sp>
      <p:sp>
        <p:nvSpPr>
          <p:cNvPr id="1101" name="Text 49-s2"/>
          <p:cNvSpPr txBox="1"/>
          <p:nvPr/>
        </p:nvSpPr>
        <p:spPr>
          <a:xfrm>
            <a:off x="3632718" y="6369698"/>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curvedConnector5</a:t>
            </a:r>
            <a:endParaRPr lang="ja-JP" sz="880" dirty="0"/>
          </a:p>
        </p:txBody>
      </p:sp>
      <p:sp>
        <p:nvSpPr>
          <p:cNvPr id="1102" name="curvedDownArrow-s2"/>
          <p:cNvSpPr/>
          <p:nvPr/>
        </p:nvSpPr>
        <p:spPr>
          <a:xfrm>
            <a:off x="5548604" y="5424196"/>
            <a:ext cx="1244082" cy="895739"/>
          </a:xfrm>
          <a:prstGeom prst="curvedDownArrow">
            <a:avLst/>
          </a:prstGeom>
          <a:solidFill>
            <a:srgbClr val="DBEAFE"/>
          </a:solidFill>
          <a:ln w="12700">
            <a:solidFill>
              <a:srgbClr val="1D4ED8"/>
            </a:solidFill>
            <a:prstDash val="solid"/>
          </a:ln>
        </p:spPr>
      </p:sp>
      <p:sp>
        <p:nvSpPr>
          <p:cNvPr id="1103" name="Text 51-s2"/>
          <p:cNvSpPr txBox="1"/>
          <p:nvPr/>
        </p:nvSpPr>
        <p:spPr>
          <a:xfrm>
            <a:off x="5324669" y="6369698"/>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curvedDownArrow</a:t>
            </a:r>
            <a:endParaRPr lang="ja-JP" sz="880" dirty="0"/>
          </a:p>
        </p:txBody>
      </p:sp>
      <p:sp>
        <p:nvSpPr>
          <p:cNvPr id="1104" name="curvedLeftArrow-s2"/>
          <p:cNvSpPr/>
          <p:nvPr/>
        </p:nvSpPr>
        <p:spPr>
          <a:xfrm>
            <a:off x="7240555" y="5424196"/>
            <a:ext cx="1244082" cy="895739"/>
          </a:xfrm>
          <a:prstGeom prst="curvedLeftArrow">
            <a:avLst/>
          </a:prstGeom>
          <a:solidFill>
            <a:srgbClr val="DBEAFE"/>
          </a:solidFill>
          <a:ln w="12700">
            <a:solidFill>
              <a:srgbClr val="1D4ED8"/>
            </a:solidFill>
            <a:prstDash val="solid"/>
          </a:ln>
        </p:spPr>
      </p:sp>
      <p:sp>
        <p:nvSpPr>
          <p:cNvPr id="1105" name="Text 53-s2"/>
          <p:cNvSpPr txBox="1"/>
          <p:nvPr/>
        </p:nvSpPr>
        <p:spPr>
          <a:xfrm>
            <a:off x="7016620" y="6369698"/>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curvedLeftArrow</a:t>
            </a:r>
            <a:endParaRPr lang="ja-JP" sz="880" dirty="0"/>
          </a:p>
        </p:txBody>
      </p:sp>
      <p:sp>
        <p:nvSpPr>
          <p:cNvPr id="1106" name="curvedRightArrow-s2"/>
          <p:cNvSpPr/>
          <p:nvPr/>
        </p:nvSpPr>
        <p:spPr>
          <a:xfrm>
            <a:off x="8932506" y="5424196"/>
            <a:ext cx="1244082" cy="895739"/>
          </a:xfrm>
          <a:prstGeom prst="curvedRightArrow">
            <a:avLst/>
          </a:prstGeom>
          <a:solidFill>
            <a:srgbClr val="DBEAFE"/>
          </a:solidFill>
          <a:ln w="12700">
            <a:solidFill>
              <a:srgbClr val="1D4ED8"/>
            </a:solidFill>
            <a:prstDash val="solid"/>
          </a:ln>
        </p:spPr>
      </p:sp>
      <p:sp>
        <p:nvSpPr>
          <p:cNvPr id="1107" name="Text 55-s2"/>
          <p:cNvSpPr txBox="1"/>
          <p:nvPr/>
        </p:nvSpPr>
        <p:spPr>
          <a:xfrm>
            <a:off x="8708571" y="6369698"/>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curvedRightArrow</a:t>
            </a:r>
            <a:endParaRPr lang="ja-JP" sz="880" dirty="0"/>
          </a:p>
        </p:txBody>
      </p:sp>
      <p:sp>
        <p:nvSpPr>
          <p:cNvPr id="1108" name="curvedUpArrow-s3"/>
          <p:cNvSpPr/>
          <p:nvPr/>
        </p:nvSpPr>
        <p:spPr>
          <a:xfrm>
            <a:off x="472751" y="1094792"/>
            <a:ext cx="1244082" cy="895739"/>
          </a:xfrm>
          <a:prstGeom prst="curvedUpArrow">
            <a:avLst/>
          </a:prstGeom>
          <a:solidFill>
            <a:srgbClr val="DBEAFE"/>
          </a:solidFill>
          <a:ln w="12700">
            <a:solidFill>
              <a:srgbClr val="1D4ED8"/>
            </a:solidFill>
            <a:prstDash val="solid"/>
          </a:ln>
        </p:spPr>
      </p:sp>
      <p:sp>
        <p:nvSpPr>
          <p:cNvPr id="1109" name="Text 3-s3"/>
          <p:cNvSpPr txBox="1"/>
          <p:nvPr/>
        </p:nvSpPr>
        <p:spPr>
          <a:xfrm>
            <a:off x="248816" y="2040294"/>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curvedUpArrow</a:t>
            </a:r>
            <a:endParaRPr lang="ja-JP" sz="880" dirty="0"/>
          </a:p>
        </p:txBody>
      </p:sp>
      <p:sp>
        <p:nvSpPr>
          <p:cNvPr id="1110" name="decagon-s3"/>
          <p:cNvSpPr/>
          <p:nvPr/>
        </p:nvSpPr>
        <p:spPr>
          <a:xfrm>
            <a:off x="2164702" y="1094792"/>
            <a:ext cx="1244082" cy="895739"/>
          </a:xfrm>
          <a:prstGeom prst="decagon">
            <a:avLst/>
          </a:prstGeom>
          <a:solidFill>
            <a:srgbClr val="DBEAFE"/>
          </a:solidFill>
          <a:ln w="12700">
            <a:solidFill>
              <a:srgbClr val="1D4ED8"/>
            </a:solidFill>
            <a:prstDash val="solid"/>
          </a:ln>
        </p:spPr>
      </p:sp>
      <p:sp>
        <p:nvSpPr>
          <p:cNvPr id="1111" name="Text 5-s3"/>
          <p:cNvSpPr txBox="1"/>
          <p:nvPr/>
        </p:nvSpPr>
        <p:spPr>
          <a:xfrm>
            <a:off x="1940767" y="2040294"/>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decagon</a:t>
            </a:r>
            <a:endParaRPr lang="ja-JP" sz="880" dirty="0"/>
          </a:p>
        </p:txBody>
      </p:sp>
      <p:sp>
        <p:nvSpPr>
          <p:cNvPr id="1112" name="diagStripe-s3"/>
          <p:cNvSpPr/>
          <p:nvPr/>
        </p:nvSpPr>
        <p:spPr>
          <a:xfrm>
            <a:off x="3856653" y="1094792"/>
            <a:ext cx="1244082" cy="895739"/>
          </a:xfrm>
          <a:prstGeom prst="diagStripe">
            <a:avLst/>
          </a:prstGeom>
          <a:solidFill>
            <a:srgbClr val="DBEAFE"/>
          </a:solidFill>
          <a:ln w="12700">
            <a:solidFill>
              <a:srgbClr val="1D4ED8"/>
            </a:solidFill>
            <a:prstDash val="solid"/>
          </a:ln>
        </p:spPr>
      </p:sp>
      <p:sp>
        <p:nvSpPr>
          <p:cNvPr id="1113" name="Text 7-s3"/>
          <p:cNvSpPr txBox="1"/>
          <p:nvPr/>
        </p:nvSpPr>
        <p:spPr>
          <a:xfrm>
            <a:off x="3632718" y="2040294"/>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diagStripe</a:t>
            </a:r>
            <a:endParaRPr lang="ja-JP" sz="880" dirty="0"/>
          </a:p>
        </p:txBody>
      </p:sp>
      <p:sp>
        <p:nvSpPr>
          <p:cNvPr id="1114" name="diamond-s3"/>
          <p:cNvSpPr/>
          <p:nvPr/>
        </p:nvSpPr>
        <p:spPr>
          <a:xfrm>
            <a:off x="5548604" y="1094792"/>
            <a:ext cx="1244082" cy="895739"/>
          </a:xfrm>
          <a:prstGeom prst="diamond">
            <a:avLst/>
          </a:prstGeom>
          <a:solidFill>
            <a:srgbClr val="DBEAFE"/>
          </a:solidFill>
          <a:ln w="12700">
            <a:solidFill>
              <a:srgbClr val="1D4ED8"/>
            </a:solidFill>
            <a:prstDash val="solid"/>
          </a:ln>
        </p:spPr>
      </p:sp>
      <p:sp>
        <p:nvSpPr>
          <p:cNvPr id="1115" name="Text 9-s3"/>
          <p:cNvSpPr txBox="1"/>
          <p:nvPr/>
        </p:nvSpPr>
        <p:spPr>
          <a:xfrm>
            <a:off x="5324669" y="2040294"/>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diamond</a:t>
            </a:r>
            <a:endParaRPr lang="ja-JP" sz="880" dirty="0"/>
          </a:p>
        </p:txBody>
      </p:sp>
      <p:sp>
        <p:nvSpPr>
          <p:cNvPr id="1116" name="dodecagon-s3"/>
          <p:cNvSpPr/>
          <p:nvPr/>
        </p:nvSpPr>
        <p:spPr>
          <a:xfrm>
            <a:off x="7240555" y="1094792"/>
            <a:ext cx="1244082" cy="895739"/>
          </a:xfrm>
          <a:prstGeom prst="dodecagon">
            <a:avLst/>
          </a:prstGeom>
          <a:solidFill>
            <a:srgbClr val="DBEAFE"/>
          </a:solidFill>
          <a:ln w="12700">
            <a:solidFill>
              <a:srgbClr val="1D4ED8"/>
            </a:solidFill>
            <a:prstDash val="solid"/>
          </a:ln>
        </p:spPr>
      </p:sp>
      <p:sp>
        <p:nvSpPr>
          <p:cNvPr id="1117" name="Text 11-s3"/>
          <p:cNvSpPr txBox="1"/>
          <p:nvPr/>
        </p:nvSpPr>
        <p:spPr>
          <a:xfrm>
            <a:off x="7016620" y="2040294"/>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dodecagon</a:t>
            </a:r>
            <a:endParaRPr lang="ja-JP" sz="880" dirty="0"/>
          </a:p>
        </p:txBody>
      </p:sp>
      <p:sp>
        <p:nvSpPr>
          <p:cNvPr id="1118" name="donut-s3"/>
          <p:cNvSpPr/>
          <p:nvPr/>
        </p:nvSpPr>
        <p:spPr>
          <a:xfrm>
            <a:off x="8932506" y="1094792"/>
            <a:ext cx="1244082" cy="895739"/>
          </a:xfrm>
          <a:prstGeom prst="donut">
            <a:avLst/>
          </a:prstGeom>
          <a:solidFill>
            <a:srgbClr val="DBEAFE"/>
          </a:solidFill>
          <a:ln w="12700">
            <a:solidFill>
              <a:srgbClr val="1D4ED8"/>
            </a:solidFill>
            <a:prstDash val="solid"/>
          </a:ln>
        </p:spPr>
      </p:sp>
      <p:sp>
        <p:nvSpPr>
          <p:cNvPr id="1119" name="Text 13-s3"/>
          <p:cNvSpPr txBox="1"/>
          <p:nvPr/>
        </p:nvSpPr>
        <p:spPr>
          <a:xfrm>
            <a:off x="8708571" y="2040294"/>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donut</a:t>
            </a:r>
            <a:endParaRPr lang="ja-JP" sz="880" dirty="0"/>
          </a:p>
        </p:txBody>
      </p:sp>
      <p:sp>
        <p:nvSpPr>
          <p:cNvPr id="1120" name="doubleWave-s3"/>
          <p:cNvSpPr/>
          <p:nvPr/>
        </p:nvSpPr>
        <p:spPr>
          <a:xfrm>
            <a:off x="10624457" y="1094792"/>
            <a:ext cx="1244082" cy="895739"/>
          </a:xfrm>
          <a:prstGeom prst="doubleWave">
            <a:avLst/>
          </a:prstGeom>
          <a:solidFill>
            <a:srgbClr val="DBEAFE"/>
          </a:solidFill>
          <a:ln w="12700">
            <a:solidFill>
              <a:srgbClr val="1D4ED8"/>
            </a:solidFill>
            <a:prstDash val="solid"/>
          </a:ln>
        </p:spPr>
      </p:sp>
      <p:sp>
        <p:nvSpPr>
          <p:cNvPr id="1121" name="Text 15-s3"/>
          <p:cNvSpPr txBox="1"/>
          <p:nvPr/>
        </p:nvSpPr>
        <p:spPr>
          <a:xfrm>
            <a:off x="10400522" y="2040294"/>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doubleWave</a:t>
            </a:r>
            <a:endParaRPr lang="ja-JP" sz="880" dirty="0"/>
          </a:p>
        </p:txBody>
      </p:sp>
      <p:sp>
        <p:nvSpPr>
          <p:cNvPr id="1122" name="downArrow-s3"/>
          <p:cNvSpPr/>
          <p:nvPr/>
        </p:nvSpPr>
        <p:spPr>
          <a:xfrm>
            <a:off x="472751" y="2537927"/>
            <a:ext cx="1244082" cy="895739"/>
          </a:xfrm>
          <a:prstGeom prst="downArrow">
            <a:avLst/>
          </a:prstGeom>
          <a:solidFill>
            <a:srgbClr val="DBEAFE"/>
          </a:solidFill>
          <a:ln w="12700">
            <a:solidFill>
              <a:srgbClr val="1D4ED8"/>
            </a:solidFill>
            <a:prstDash val="solid"/>
          </a:ln>
        </p:spPr>
      </p:sp>
      <p:sp>
        <p:nvSpPr>
          <p:cNvPr id="1123" name="Text 17-s3"/>
          <p:cNvSpPr txBox="1"/>
          <p:nvPr/>
        </p:nvSpPr>
        <p:spPr>
          <a:xfrm>
            <a:off x="248816" y="3483429"/>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downArrow</a:t>
            </a:r>
            <a:endParaRPr lang="ja-JP" sz="880" dirty="0"/>
          </a:p>
        </p:txBody>
      </p:sp>
      <p:sp>
        <p:nvSpPr>
          <p:cNvPr id="1124" name="downArrowCallout-s3"/>
          <p:cNvSpPr/>
          <p:nvPr/>
        </p:nvSpPr>
        <p:spPr>
          <a:xfrm>
            <a:off x="2164702" y="2537927"/>
            <a:ext cx="1244082" cy="895739"/>
          </a:xfrm>
          <a:prstGeom prst="downArrowCallout">
            <a:avLst/>
          </a:prstGeom>
          <a:solidFill>
            <a:srgbClr val="DBEAFE"/>
          </a:solidFill>
          <a:ln w="12700">
            <a:solidFill>
              <a:srgbClr val="1D4ED8"/>
            </a:solidFill>
            <a:prstDash val="solid"/>
          </a:ln>
        </p:spPr>
      </p:sp>
      <p:sp>
        <p:nvSpPr>
          <p:cNvPr id="1125" name="Text 19-s3"/>
          <p:cNvSpPr txBox="1"/>
          <p:nvPr/>
        </p:nvSpPr>
        <p:spPr>
          <a:xfrm>
            <a:off x="1940767" y="3483429"/>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downArrowCallout</a:t>
            </a:r>
            <a:endParaRPr lang="ja-JP" sz="880" dirty="0"/>
          </a:p>
        </p:txBody>
      </p:sp>
      <p:sp>
        <p:nvSpPr>
          <p:cNvPr id="1126" name="ellipse-s3"/>
          <p:cNvSpPr/>
          <p:nvPr/>
        </p:nvSpPr>
        <p:spPr>
          <a:xfrm>
            <a:off x="3856653" y="2537927"/>
            <a:ext cx="1244082" cy="895739"/>
          </a:xfrm>
          <a:prstGeom prst="ellipse">
            <a:avLst/>
          </a:prstGeom>
          <a:solidFill>
            <a:srgbClr val="DBEAFE"/>
          </a:solidFill>
          <a:ln w="12700">
            <a:solidFill>
              <a:srgbClr val="1D4ED8"/>
            </a:solidFill>
            <a:prstDash val="solid"/>
          </a:ln>
        </p:spPr>
        <p:txBody>
          <a:bodyPr wrap="square" lIns="99060" tIns="0" rIns="99060" bIns="0" rtlCol="0" anchor="ctr">
            <a:normAutofit/>
          </a:bodyPr>
          <a:lstStyle/>
          <a:p>
            <a:pPr algn="ctr" indent="0" marL="0">
              <a:lnSpc>
                <a:spcPct val="150000"/>
              </a:lnSpc>
              <a:spcBef>
                <a:spcPts val="1030"/>
              </a:spcBef>
              <a:spcAft>
                <a:spcPts val="1030"/>
              </a:spcAft>
              <a:buNone/>
            </a:pPr>
            <a:r>
              <a:rPr lang="ja-JP" altLang="en-US" sz="1180" dirty="0">
                <a:solidFill>
                  <a:srgbClr val="000000"/>
                </a:solidFill>
                <a:latin typeface="游ゴシック" pitchFamily="34" charset="0"/>
                <a:ea typeface="游ゴシック" pitchFamily="34" charset="-122"/>
                <a:cs typeface="游ゴシック" pitchFamily="34" charset="-120"/>
              </a:rPr>
              <a:t>楕円</a:t>
            </a:r>
            <a:endParaRPr lang="ja-JP" sz="1180" dirty="0"/>
          </a:p>
        </p:txBody>
      </p:sp>
      <p:sp>
        <p:nvSpPr>
          <p:cNvPr id="1127" name="Text 21-s3"/>
          <p:cNvSpPr txBox="1"/>
          <p:nvPr/>
        </p:nvSpPr>
        <p:spPr>
          <a:xfrm>
            <a:off x="3632718" y="3483429"/>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ellipse</a:t>
            </a:r>
            <a:endParaRPr lang="ja-JP" sz="880" dirty="0"/>
          </a:p>
        </p:txBody>
      </p:sp>
      <p:sp>
        <p:nvSpPr>
          <p:cNvPr id="1128" name="ellipseRibbon-s3"/>
          <p:cNvSpPr/>
          <p:nvPr/>
        </p:nvSpPr>
        <p:spPr>
          <a:xfrm>
            <a:off x="5548604" y="2537927"/>
            <a:ext cx="1244082" cy="895739"/>
          </a:xfrm>
          <a:prstGeom prst="ellipseRibbon">
            <a:avLst/>
          </a:prstGeom>
          <a:solidFill>
            <a:srgbClr val="DBEAFE"/>
          </a:solidFill>
          <a:ln w="12700">
            <a:solidFill>
              <a:srgbClr val="1D4ED8"/>
            </a:solidFill>
            <a:prstDash val="solid"/>
          </a:ln>
        </p:spPr>
      </p:sp>
      <p:sp>
        <p:nvSpPr>
          <p:cNvPr id="1129" name="Text 23-s3"/>
          <p:cNvSpPr txBox="1"/>
          <p:nvPr/>
        </p:nvSpPr>
        <p:spPr>
          <a:xfrm>
            <a:off x="5324669" y="3483429"/>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ellipseRibbon</a:t>
            </a:r>
            <a:endParaRPr lang="ja-JP" sz="880" dirty="0"/>
          </a:p>
        </p:txBody>
      </p:sp>
      <p:sp>
        <p:nvSpPr>
          <p:cNvPr id="1130" name="ellipseRibbon2-s3"/>
          <p:cNvSpPr/>
          <p:nvPr/>
        </p:nvSpPr>
        <p:spPr>
          <a:xfrm>
            <a:off x="7240555" y="2537927"/>
            <a:ext cx="1244082" cy="895739"/>
          </a:xfrm>
          <a:prstGeom prst="ellipseRibbon2">
            <a:avLst/>
          </a:prstGeom>
          <a:solidFill>
            <a:srgbClr val="DBEAFE"/>
          </a:solidFill>
          <a:ln w="12700">
            <a:solidFill>
              <a:srgbClr val="1D4ED8"/>
            </a:solidFill>
            <a:prstDash val="solid"/>
          </a:ln>
        </p:spPr>
      </p:sp>
      <p:sp>
        <p:nvSpPr>
          <p:cNvPr id="1131" name="Text 25-s3"/>
          <p:cNvSpPr txBox="1"/>
          <p:nvPr/>
        </p:nvSpPr>
        <p:spPr>
          <a:xfrm>
            <a:off x="7016620" y="3483429"/>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ellipseRibbon2</a:t>
            </a:r>
            <a:endParaRPr lang="ja-JP" sz="880" dirty="0"/>
          </a:p>
        </p:txBody>
      </p:sp>
      <p:sp>
        <p:nvSpPr>
          <p:cNvPr id="1132" name="flowChartAlternateProcess-s3"/>
          <p:cNvSpPr/>
          <p:nvPr/>
        </p:nvSpPr>
        <p:spPr>
          <a:xfrm>
            <a:off x="8932506" y="2537927"/>
            <a:ext cx="1244082" cy="895739"/>
          </a:xfrm>
          <a:prstGeom prst="flowChartAlternateProcess">
            <a:avLst/>
          </a:prstGeom>
          <a:solidFill>
            <a:srgbClr val="DBEAFE"/>
          </a:solidFill>
          <a:ln w="12700">
            <a:solidFill>
              <a:srgbClr val="1D4ED8"/>
            </a:solidFill>
            <a:prstDash val="solid"/>
          </a:ln>
        </p:spPr>
      </p:sp>
      <p:sp>
        <p:nvSpPr>
          <p:cNvPr id="1133" name="Text 27-s3"/>
          <p:cNvSpPr txBox="1"/>
          <p:nvPr/>
        </p:nvSpPr>
        <p:spPr>
          <a:xfrm>
            <a:off x="8708571" y="3483429"/>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flowChartAlternateProcess</a:t>
            </a:r>
            <a:endParaRPr lang="ja-JP" sz="880" dirty="0"/>
          </a:p>
        </p:txBody>
      </p:sp>
      <p:sp>
        <p:nvSpPr>
          <p:cNvPr id="1134" name="flowChartCollate-s3"/>
          <p:cNvSpPr/>
          <p:nvPr/>
        </p:nvSpPr>
        <p:spPr>
          <a:xfrm>
            <a:off x="10624457" y="2537927"/>
            <a:ext cx="1244082" cy="895739"/>
          </a:xfrm>
          <a:prstGeom prst="flowChartCollate">
            <a:avLst/>
          </a:prstGeom>
          <a:solidFill>
            <a:srgbClr val="DBEAFE"/>
          </a:solidFill>
          <a:ln w="12700">
            <a:solidFill>
              <a:srgbClr val="1D4ED8"/>
            </a:solidFill>
            <a:prstDash val="solid"/>
          </a:ln>
        </p:spPr>
      </p:sp>
      <p:sp>
        <p:nvSpPr>
          <p:cNvPr id="1135" name="Text 29-s3"/>
          <p:cNvSpPr txBox="1"/>
          <p:nvPr/>
        </p:nvSpPr>
        <p:spPr>
          <a:xfrm>
            <a:off x="10400522" y="3483429"/>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flowChartCollate</a:t>
            </a:r>
            <a:endParaRPr lang="ja-JP" sz="880" dirty="0"/>
          </a:p>
        </p:txBody>
      </p:sp>
      <p:sp>
        <p:nvSpPr>
          <p:cNvPr id="1136" name="flowChartConnector-s3"/>
          <p:cNvSpPr/>
          <p:nvPr/>
        </p:nvSpPr>
        <p:spPr>
          <a:xfrm>
            <a:off x="472751" y="3981061"/>
            <a:ext cx="1244082" cy="895739"/>
          </a:xfrm>
          <a:prstGeom prst="flowChartConnector">
            <a:avLst/>
          </a:prstGeom>
          <a:solidFill>
            <a:srgbClr val="DBEAFE"/>
          </a:solidFill>
          <a:ln w="12700">
            <a:solidFill>
              <a:srgbClr val="1D4ED8"/>
            </a:solidFill>
            <a:prstDash val="solid"/>
          </a:ln>
        </p:spPr>
      </p:sp>
      <p:sp>
        <p:nvSpPr>
          <p:cNvPr id="1137" name="Text 31-s3"/>
          <p:cNvSpPr txBox="1"/>
          <p:nvPr/>
        </p:nvSpPr>
        <p:spPr>
          <a:xfrm>
            <a:off x="248816" y="4926563"/>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flowChartConnector</a:t>
            </a:r>
            <a:endParaRPr lang="ja-JP" sz="880" dirty="0"/>
          </a:p>
        </p:txBody>
      </p:sp>
      <p:sp>
        <p:nvSpPr>
          <p:cNvPr id="1138" name="flowChartDecision-s3"/>
          <p:cNvSpPr/>
          <p:nvPr/>
        </p:nvSpPr>
        <p:spPr>
          <a:xfrm>
            <a:off x="2164702" y="3981061"/>
            <a:ext cx="1244082" cy="895739"/>
          </a:xfrm>
          <a:prstGeom prst="flowChartDecision">
            <a:avLst/>
          </a:prstGeom>
          <a:solidFill>
            <a:srgbClr val="DBEAFE"/>
          </a:solidFill>
          <a:ln w="12700">
            <a:solidFill>
              <a:srgbClr val="1D4ED8"/>
            </a:solidFill>
            <a:prstDash val="solid"/>
          </a:ln>
        </p:spPr>
        <p:txBody>
          <a:bodyPr wrap="square" lIns="99060" tIns="0" rIns="99060" bIns="0" rtlCol="0" anchor="ctr">
            <a:normAutofit/>
          </a:bodyPr>
          <a:lstStyle/>
          <a:p>
            <a:pPr algn="ctr" indent="0" marL="0">
              <a:lnSpc>
                <a:spcPct val="150000"/>
              </a:lnSpc>
              <a:spcBef>
                <a:spcPts val="1760"/>
              </a:spcBef>
              <a:spcAft>
                <a:spcPts val="1760"/>
              </a:spcAft>
              <a:buNone/>
            </a:pPr>
            <a:r>
              <a:rPr lang="ja-JP" altLang="en-US" sz="1180" dirty="0">
                <a:solidFill>
                  <a:srgbClr val="000000"/>
                </a:solidFill>
                <a:latin typeface="游ゴシック" pitchFamily="34" charset="0"/>
                <a:ea typeface="游ゴシック" pitchFamily="34" charset="-122"/>
                <a:cs typeface="游ゴシック" pitchFamily="34" charset="-120"/>
              </a:rPr>
              <a:t>判断</a:t>
            </a:r>
            <a:endParaRPr lang="ja-JP" sz="1180" dirty="0"/>
          </a:p>
        </p:txBody>
      </p:sp>
      <p:sp>
        <p:nvSpPr>
          <p:cNvPr id="1139" name="Text 33-s3"/>
          <p:cNvSpPr txBox="1"/>
          <p:nvPr/>
        </p:nvSpPr>
        <p:spPr>
          <a:xfrm>
            <a:off x="1940767" y="4926563"/>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flowChartDecision</a:t>
            </a:r>
            <a:endParaRPr lang="ja-JP" sz="880" dirty="0"/>
          </a:p>
        </p:txBody>
      </p:sp>
      <p:sp>
        <p:nvSpPr>
          <p:cNvPr id="1140" name="flowChartDelay-s3"/>
          <p:cNvSpPr/>
          <p:nvPr/>
        </p:nvSpPr>
        <p:spPr>
          <a:xfrm>
            <a:off x="3856653" y="3981061"/>
            <a:ext cx="1244082" cy="895739"/>
          </a:xfrm>
          <a:prstGeom prst="flowChartDelay">
            <a:avLst/>
          </a:prstGeom>
          <a:solidFill>
            <a:srgbClr val="DBEAFE"/>
          </a:solidFill>
          <a:ln w="12700">
            <a:solidFill>
              <a:srgbClr val="1D4ED8"/>
            </a:solidFill>
            <a:prstDash val="solid"/>
          </a:ln>
        </p:spPr>
      </p:sp>
      <p:sp>
        <p:nvSpPr>
          <p:cNvPr id="1141" name="Text 35-s3"/>
          <p:cNvSpPr txBox="1"/>
          <p:nvPr/>
        </p:nvSpPr>
        <p:spPr>
          <a:xfrm>
            <a:off x="3632718" y="4926563"/>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flowChartDelay</a:t>
            </a:r>
            <a:endParaRPr lang="ja-JP" sz="880" dirty="0"/>
          </a:p>
        </p:txBody>
      </p:sp>
      <p:sp>
        <p:nvSpPr>
          <p:cNvPr id="1142" name="flowChartDisplay-s3"/>
          <p:cNvSpPr/>
          <p:nvPr/>
        </p:nvSpPr>
        <p:spPr>
          <a:xfrm>
            <a:off x="5548604" y="3981061"/>
            <a:ext cx="1244082" cy="895739"/>
          </a:xfrm>
          <a:prstGeom prst="flowChartDisplay">
            <a:avLst/>
          </a:prstGeom>
          <a:solidFill>
            <a:srgbClr val="DBEAFE"/>
          </a:solidFill>
          <a:ln w="12700">
            <a:solidFill>
              <a:srgbClr val="1D4ED8"/>
            </a:solidFill>
            <a:prstDash val="solid"/>
          </a:ln>
        </p:spPr>
      </p:sp>
      <p:sp>
        <p:nvSpPr>
          <p:cNvPr id="1143" name="Text 37-s3"/>
          <p:cNvSpPr txBox="1"/>
          <p:nvPr/>
        </p:nvSpPr>
        <p:spPr>
          <a:xfrm>
            <a:off x="5324669" y="4926563"/>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flowChartDisplay</a:t>
            </a:r>
            <a:endParaRPr lang="ja-JP" sz="880" dirty="0"/>
          </a:p>
        </p:txBody>
      </p:sp>
      <p:sp>
        <p:nvSpPr>
          <p:cNvPr id="1144" name="flowChartDocument-s3"/>
          <p:cNvSpPr/>
          <p:nvPr/>
        </p:nvSpPr>
        <p:spPr>
          <a:xfrm>
            <a:off x="7240555" y="3981061"/>
            <a:ext cx="1244082" cy="895739"/>
          </a:xfrm>
          <a:prstGeom prst="flowChartDocument">
            <a:avLst/>
          </a:prstGeom>
          <a:solidFill>
            <a:srgbClr val="DBEAFE"/>
          </a:solidFill>
          <a:ln w="12700">
            <a:solidFill>
              <a:srgbClr val="1D4ED8"/>
            </a:solidFill>
            <a:prstDash val="solid"/>
          </a:ln>
        </p:spPr>
      </p:sp>
      <p:sp>
        <p:nvSpPr>
          <p:cNvPr id="1145" name="Text 39-s3"/>
          <p:cNvSpPr txBox="1"/>
          <p:nvPr/>
        </p:nvSpPr>
        <p:spPr>
          <a:xfrm>
            <a:off x="7016620" y="4926563"/>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flowChartDocument</a:t>
            </a:r>
            <a:endParaRPr lang="ja-JP" sz="880" dirty="0"/>
          </a:p>
        </p:txBody>
      </p:sp>
      <p:sp>
        <p:nvSpPr>
          <p:cNvPr id="1146" name="flowChartExtract-s3"/>
          <p:cNvSpPr/>
          <p:nvPr/>
        </p:nvSpPr>
        <p:spPr>
          <a:xfrm>
            <a:off x="8932506" y="3981061"/>
            <a:ext cx="1244082" cy="895739"/>
          </a:xfrm>
          <a:prstGeom prst="flowChartExtract">
            <a:avLst/>
          </a:prstGeom>
          <a:solidFill>
            <a:srgbClr val="DBEAFE"/>
          </a:solidFill>
          <a:ln w="12700">
            <a:solidFill>
              <a:srgbClr val="1D4ED8"/>
            </a:solidFill>
            <a:prstDash val="solid"/>
          </a:ln>
        </p:spPr>
      </p:sp>
      <p:sp>
        <p:nvSpPr>
          <p:cNvPr id="1147" name="Text 41-s3"/>
          <p:cNvSpPr txBox="1"/>
          <p:nvPr/>
        </p:nvSpPr>
        <p:spPr>
          <a:xfrm>
            <a:off x="8708571" y="4926563"/>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flowChartExtract</a:t>
            </a:r>
            <a:endParaRPr lang="ja-JP" sz="880" dirty="0"/>
          </a:p>
        </p:txBody>
      </p:sp>
      <p:sp>
        <p:nvSpPr>
          <p:cNvPr id="1148" name="flowChartInputOutput-s3"/>
          <p:cNvSpPr/>
          <p:nvPr/>
        </p:nvSpPr>
        <p:spPr>
          <a:xfrm>
            <a:off x="10624457" y="3981061"/>
            <a:ext cx="1244082" cy="895739"/>
          </a:xfrm>
          <a:prstGeom prst="flowChartInputOutput">
            <a:avLst/>
          </a:prstGeom>
          <a:solidFill>
            <a:srgbClr val="DBEAFE"/>
          </a:solidFill>
          <a:ln w="12700">
            <a:solidFill>
              <a:srgbClr val="1D4ED8"/>
            </a:solidFill>
            <a:prstDash val="solid"/>
          </a:ln>
        </p:spPr>
      </p:sp>
      <p:sp>
        <p:nvSpPr>
          <p:cNvPr id="1149" name="Text 43-s3"/>
          <p:cNvSpPr txBox="1"/>
          <p:nvPr/>
        </p:nvSpPr>
        <p:spPr>
          <a:xfrm>
            <a:off x="10400522" y="4926563"/>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flowChartInputOutput</a:t>
            </a:r>
            <a:endParaRPr lang="ja-JP" sz="880" dirty="0"/>
          </a:p>
        </p:txBody>
      </p:sp>
      <p:sp>
        <p:nvSpPr>
          <p:cNvPr id="1150" name="flowChartInternalStorage-s3"/>
          <p:cNvSpPr/>
          <p:nvPr/>
        </p:nvSpPr>
        <p:spPr>
          <a:xfrm>
            <a:off x="472751" y="5424196"/>
            <a:ext cx="1244082" cy="895739"/>
          </a:xfrm>
          <a:prstGeom prst="flowChartInternalStorage">
            <a:avLst/>
          </a:prstGeom>
          <a:solidFill>
            <a:srgbClr val="DBEAFE"/>
          </a:solidFill>
          <a:ln w="12700">
            <a:solidFill>
              <a:srgbClr val="1D4ED8"/>
            </a:solidFill>
            <a:prstDash val="solid"/>
          </a:ln>
        </p:spPr>
      </p:sp>
      <p:sp>
        <p:nvSpPr>
          <p:cNvPr id="1151" name="Text 45-s3"/>
          <p:cNvSpPr txBox="1"/>
          <p:nvPr/>
        </p:nvSpPr>
        <p:spPr>
          <a:xfrm>
            <a:off x="248816" y="6369698"/>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flowChartInternalStorage</a:t>
            </a:r>
            <a:endParaRPr lang="ja-JP" sz="880" dirty="0"/>
          </a:p>
        </p:txBody>
      </p:sp>
      <p:sp>
        <p:nvSpPr>
          <p:cNvPr id="1152" name="flowChartMagneticDisk-s3"/>
          <p:cNvSpPr/>
          <p:nvPr/>
        </p:nvSpPr>
        <p:spPr>
          <a:xfrm>
            <a:off x="2164702" y="5424196"/>
            <a:ext cx="1244082" cy="895739"/>
          </a:xfrm>
          <a:prstGeom prst="flowChartMagneticDisk">
            <a:avLst/>
          </a:prstGeom>
          <a:solidFill>
            <a:srgbClr val="DBEAFE"/>
          </a:solidFill>
          <a:ln w="12700">
            <a:solidFill>
              <a:srgbClr val="1D4ED8"/>
            </a:solidFill>
            <a:prstDash val="solid"/>
          </a:ln>
        </p:spPr>
      </p:sp>
      <p:sp>
        <p:nvSpPr>
          <p:cNvPr id="1153" name="Text 47-s3"/>
          <p:cNvSpPr txBox="1"/>
          <p:nvPr/>
        </p:nvSpPr>
        <p:spPr>
          <a:xfrm>
            <a:off x="1940767" y="6369698"/>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flowChartMagneticDisk</a:t>
            </a:r>
            <a:endParaRPr lang="ja-JP" sz="880" dirty="0"/>
          </a:p>
        </p:txBody>
      </p:sp>
      <p:sp>
        <p:nvSpPr>
          <p:cNvPr id="1154" name="flowChartMagneticDrum-s3"/>
          <p:cNvSpPr/>
          <p:nvPr/>
        </p:nvSpPr>
        <p:spPr>
          <a:xfrm>
            <a:off x="3856653" y="5424196"/>
            <a:ext cx="1244082" cy="895739"/>
          </a:xfrm>
          <a:prstGeom prst="flowChartMagneticDrum">
            <a:avLst/>
          </a:prstGeom>
          <a:solidFill>
            <a:srgbClr val="DBEAFE"/>
          </a:solidFill>
          <a:ln w="12700">
            <a:solidFill>
              <a:srgbClr val="1D4ED8"/>
            </a:solidFill>
            <a:prstDash val="solid"/>
          </a:ln>
        </p:spPr>
      </p:sp>
      <p:sp>
        <p:nvSpPr>
          <p:cNvPr id="1155" name="Text 49-s3"/>
          <p:cNvSpPr txBox="1"/>
          <p:nvPr/>
        </p:nvSpPr>
        <p:spPr>
          <a:xfrm>
            <a:off x="3632718" y="6369698"/>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flowChartMagneticDrum</a:t>
            </a:r>
            <a:endParaRPr lang="ja-JP" sz="880" dirty="0"/>
          </a:p>
        </p:txBody>
      </p:sp>
      <p:sp>
        <p:nvSpPr>
          <p:cNvPr id="1156" name="flowChartMagneticTape-s3"/>
          <p:cNvSpPr/>
          <p:nvPr/>
        </p:nvSpPr>
        <p:spPr>
          <a:xfrm>
            <a:off x="5548604" y="5424196"/>
            <a:ext cx="1244082" cy="895739"/>
          </a:xfrm>
          <a:prstGeom prst="flowChartMagneticTape">
            <a:avLst/>
          </a:prstGeom>
          <a:solidFill>
            <a:srgbClr val="DBEAFE"/>
          </a:solidFill>
          <a:ln w="12700">
            <a:solidFill>
              <a:srgbClr val="1D4ED8"/>
            </a:solidFill>
            <a:prstDash val="solid"/>
          </a:ln>
        </p:spPr>
      </p:sp>
      <p:sp>
        <p:nvSpPr>
          <p:cNvPr id="1157" name="Text 51-s3"/>
          <p:cNvSpPr txBox="1"/>
          <p:nvPr/>
        </p:nvSpPr>
        <p:spPr>
          <a:xfrm>
            <a:off x="5324669" y="6369698"/>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flowChartMagneticTape</a:t>
            </a:r>
            <a:endParaRPr lang="ja-JP" sz="880" dirty="0"/>
          </a:p>
        </p:txBody>
      </p:sp>
      <p:sp>
        <p:nvSpPr>
          <p:cNvPr id="1158" name="flowChartManualInput-s3"/>
          <p:cNvSpPr/>
          <p:nvPr/>
        </p:nvSpPr>
        <p:spPr>
          <a:xfrm>
            <a:off x="7240555" y="5424196"/>
            <a:ext cx="1244082" cy="895739"/>
          </a:xfrm>
          <a:prstGeom prst="flowChartManualInput">
            <a:avLst/>
          </a:prstGeom>
          <a:solidFill>
            <a:srgbClr val="DBEAFE"/>
          </a:solidFill>
          <a:ln w="12700">
            <a:solidFill>
              <a:srgbClr val="1D4ED8"/>
            </a:solidFill>
            <a:prstDash val="solid"/>
          </a:ln>
        </p:spPr>
      </p:sp>
      <p:sp>
        <p:nvSpPr>
          <p:cNvPr id="1159" name="Text 53-s3"/>
          <p:cNvSpPr txBox="1"/>
          <p:nvPr/>
        </p:nvSpPr>
        <p:spPr>
          <a:xfrm>
            <a:off x="7016620" y="6369698"/>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flowChartManualInput</a:t>
            </a:r>
            <a:endParaRPr lang="ja-JP" sz="880" dirty="0"/>
          </a:p>
        </p:txBody>
      </p:sp>
      <p:sp>
        <p:nvSpPr>
          <p:cNvPr id="1160" name="flowChartManualOperation-s3"/>
          <p:cNvSpPr/>
          <p:nvPr/>
        </p:nvSpPr>
        <p:spPr>
          <a:xfrm>
            <a:off x="8932506" y="5424196"/>
            <a:ext cx="1244082" cy="895739"/>
          </a:xfrm>
          <a:prstGeom prst="flowChartManualOperation">
            <a:avLst/>
          </a:prstGeom>
          <a:solidFill>
            <a:srgbClr val="DBEAFE"/>
          </a:solidFill>
          <a:ln w="12700">
            <a:solidFill>
              <a:srgbClr val="1D4ED8"/>
            </a:solidFill>
            <a:prstDash val="solid"/>
          </a:ln>
        </p:spPr>
      </p:sp>
      <p:sp>
        <p:nvSpPr>
          <p:cNvPr id="1161" name="Text 55-s3"/>
          <p:cNvSpPr txBox="1"/>
          <p:nvPr/>
        </p:nvSpPr>
        <p:spPr>
          <a:xfrm>
            <a:off x="8708571" y="6369698"/>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flowChartManualOperation</a:t>
            </a:r>
            <a:endParaRPr lang="ja-JP" sz="880" dirty="0"/>
          </a:p>
        </p:txBody>
      </p:sp>
      <p:sp>
        <p:nvSpPr>
          <p:cNvPr id="1162" name="flowChartMerge-s4"/>
          <p:cNvSpPr/>
          <p:nvPr/>
        </p:nvSpPr>
        <p:spPr>
          <a:xfrm>
            <a:off x="472751" y="1094792"/>
            <a:ext cx="1244082" cy="895739"/>
          </a:xfrm>
          <a:prstGeom prst="flowChartMerge">
            <a:avLst/>
          </a:prstGeom>
          <a:solidFill>
            <a:srgbClr val="DBEAFE"/>
          </a:solidFill>
          <a:ln w="12700">
            <a:solidFill>
              <a:srgbClr val="1D4ED8"/>
            </a:solidFill>
            <a:prstDash val="solid"/>
          </a:ln>
        </p:spPr>
      </p:sp>
      <p:sp>
        <p:nvSpPr>
          <p:cNvPr id="1163" name="Text 3-s4"/>
          <p:cNvSpPr txBox="1"/>
          <p:nvPr/>
        </p:nvSpPr>
        <p:spPr>
          <a:xfrm>
            <a:off x="248816" y="2040294"/>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flowChartMerge</a:t>
            </a:r>
            <a:endParaRPr lang="ja-JP" sz="880" dirty="0"/>
          </a:p>
        </p:txBody>
      </p:sp>
      <p:sp>
        <p:nvSpPr>
          <p:cNvPr id="1164" name="flowChartMultidocument-s4"/>
          <p:cNvSpPr/>
          <p:nvPr/>
        </p:nvSpPr>
        <p:spPr>
          <a:xfrm>
            <a:off x="2164702" y="1094792"/>
            <a:ext cx="1244082" cy="895739"/>
          </a:xfrm>
          <a:prstGeom prst="flowChartMultidocument">
            <a:avLst/>
          </a:prstGeom>
          <a:solidFill>
            <a:srgbClr val="DBEAFE"/>
          </a:solidFill>
          <a:ln w="12700">
            <a:solidFill>
              <a:srgbClr val="1D4ED8"/>
            </a:solidFill>
            <a:prstDash val="solid"/>
          </a:ln>
        </p:spPr>
      </p:sp>
      <p:sp>
        <p:nvSpPr>
          <p:cNvPr id="1165" name="Text 5-s4"/>
          <p:cNvSpPr txBox="1"/>
          <p:nvPr/>
        </p:nvSpPr>
        <p:spPr>
          <a:xfrm>
            <a:off x="1940767" y="2040294"/>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flowChartMultidocument</a:t>
            </a:r>
            <a:endParaRPr lang="ja-JP" sz="880" dirty="0"/>
          </a:p>
        </p:txBody>
      </p:sp>
      <p:sp>
        <p:nvSpPr>
          <p:cNvPr id="1166" name="flowChartOfflineStorage-s4"/>
          <p:cNvSpPr/>
          <p:nvPr/>
        </p:nvSpPr>
        <p:spPr>
          <a:xfrm>
            <a:off x="3856653" y="1094792"/>
            <a:ext cx="1244082" cy="895739"/>
          </a:xfrm>
          <a:prstGeom prst="flowChartOfflineStorage">
            <a:avLst/>
          </a:prstGeom>
          <a:solidFill>
            <a:srgbClr val="DBEAFE"/>
          </a:solidFill>
          <a:ln w="12700">
            <a:solidFill>
              <a:srgbClr val="1D4ED8"/>
            </a:solidFill>
            <a:prstDash val="solid"/>
          </a:ln>
        </p:spPr>
      </p:sp>
      <p:sp>
        <p:nvSpPr>
          <p:cNvPr id="1167" name="Text 7-s4"/>
          <p:cNvSpPr txBox="1"/>
          <p:nvPr/>
        </p:nvSpPr>
        <p:spPr>
          <a:xfrm>
            <a:off x="3632718" y="2040294"/>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flowChartOfflineStorage</a:t>
            </a:r>
            <a:endParaRPr lang="ja-JP" sz="880" dirty="0"/>
          </a:p>
        </p:txBody>
      </p:sp>
      <p:sp>
        <p:nvSpPr>
          <p:cNvPr id="1168" name="flowChartOffpageConnector-s4"/>
          <p:cNvSpPr/>
          <p:nvPr/>
        </p:nvSpPr>
        <p:spPr>
          <a:xfrm>
            <a:off x="5548604" y="1094792"/>
            <a:ext cx="1244082" cy="895739"/>
          </a:xfrm>
          <a:prstGeom prst="flowChartOffpageConnector">
            <a:avLst/>
          </a:prstGeom>
          <a:solidFill>
            <a:srgbClr val="DBEAFE"/>
          </a:solidFill>
          <a:ln w="12700">
            <a:solidFill>
              <a:srgbClr val="1D4ED8"/>
            </a:solidFill>
            <a:prstDash val="solid"/>
          </a:ln>
        </p:spPr>
      </p:sp>
      <p:sp>
        <p:nvSpPr>
          <p:cNvPr id="1169" name="Text 9-s4"/>
          <p:cNvSpPr txBox="1"/>
          <p:nvPr/>
        </p:nvSpPr>
        <p:spPr>
          <a:xfrm>
            <a:off x="5324669" y="2040294"/>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flowChartOffpageConnector</a:t>
            </a:r>
            <a:endParaRPr lang="ja-JP" sz="880" dirty="0"/>
          </a:p>
        </p:txBody>
      </p:sp>
      <p:sp>
        <p:nvSpPr>
          <p:cNvPr id="1170" name="flowChartOnlineStorage-s4"/>
          <p:cNvSpPr/>
          <p:nvPr/>
        </p:nvSpPr>
        <p:spPr>
          <a:xfrm>
            <a:off x="7240555" y="1094792"/>
            <a:ext cx="1244082" cy="895739"/>
          </a:xfrm>
          <a:prstGeom prst="flowChartOnlineStorage">
            <a:avLst/>
          </a:prstGeom>
          <a:solidFill>
            <a:srgbClr val="DBEAFE"/>
          </a:solidFill>
          <a:ln w="12700">
            <a:solidFill>
              <a:srgbClr val="1D4ED8"/>
            </a:solidFill>
            <a:prstDash val="solid"/>
          </a:ln>
        </p:spPr>
      </p:sp>
      <p:sp>
        <p:nvSpPr>
          <p:cNvPr id="1171" name="Text 11-s4"/>
          <p:cNvSpPr txBox="1"/>
          <p:nvPr/>
        </p:nvSpPr>
        <p:spPr>
          <a:xfrm>
            <a:off x="7016620" y="2040294"/>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flowChartOnlineStorage</a:t>
            </a:r>
            <a:endParaRPr lang="ja-JP" sz="880" dirty="0"/>
          </a:p>
        </p:txBody>
      </p:sp>
      <p:sp>
        <p:nvSpPr>
          <p:cNvPr id="1172" name="flowChartOr-s4"/>
          <p:cNvSpPr/>
          <p:nvPr/>
        </p:nvSpPr>
        <p:spPr>
          <a:xfrm>
            <a:off x="8932506" y="1094792"/>
            <a:ext cx="1244082" cy="895739"/>
          </a:xfrm>
          <a:prstGeom prst="flowChartOr">
            <a:avLst/>
          </a:prstGeom>
          <a:solidFill>
            <a:srgbClr val="DBEAFE"/>
          </a:solidFill>
          <a:ln w="12700">
            <a:solidFill>
              <a:srgbClr val="1D4ED8"/>
            </a:solidFill>
            <a:prstDash val="solid"/>
          </a:ln>
        </p:spPr>
      </p:sp>
      <p:sp>
        <p:nvSpPr>
          <p:cNvPr id="1173" name="Text 13-s4"/>
          <p:cNvSpPr txBox="1"/>
          <p:nvPr/>
        </p:nvSpPr>
        <p:spPr>
          <a:xfrm>
            <a:off x="8708571" y="2040294"/>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flowChartOr</a:t>
            </a:r>
            <a:endParaRPr lang="ja-JP" sz="880" dirty="0"/>
          </a:p>
        </p:txBody>
      </p:sp>
      <p:sp>
        <p:nvSpPr>
          <p:cNvPr id="1174" name="flowChartPredefinedProcess-s4"/>
          <p:cNvSpPr/>
          <p:nvPr/>
        </p:nvSpPr>
        <p:spPr>
          <a:xfrm>
            <a:off x="10624457" y="1094792"/>
            <a:ext cx="1244082" cy="895739"/>
          </a:xfrm>
          <a:prstGeom prst="flowChartPredefinedProcess">
            <a:avLst/>
          </a:prstGeom>
          <a:solidFill>
            <a:srgbClr val="DBEAFE"/>
          </a:solidFill>
          <a:ln w="12700">
            <a:solidFill>
              <a:srgbClr val="1D4ED8"/>
            </a:solidFill>
            <a:prstDash val="solid"/>
          </a:ln>
        </p:spPr>
      </p:sp>
      <p:sp>
        <p:nvSpPr>
          <p:cNvPr id="1175" name="Text 15-s4"/>
          <p:cNvSpPr txBox="1"/>
          <p:nvPr/>
        </p:nvSpPr>
        <p:spPr>
          <a:xfrm>
            <a:off x="10400522" y="2040294"/>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flowChartPredefinedProcess</a:t>
            </a:r>
            <a:endParaRPr lang="ja-JP" sz="880" dirty="0"/>
          </a:p>
        </p:txBody>
      </p:sp>
      <p:sp>
        <p:nvSpPr>
          <p:cNvPr id="1176" name="flowChartPreparation-s4"/>
          <p:cNvSpPr/>
          <p:nvPr/>
        </p:nvSpPr>
        <p:spPr>
          <a:xfrm>
            <a:off x="472751" y="2537927"/>
            <a:ext cx="1244082" cy="895739"/>
          </a:xfrm>
          <a:prstGeom prst="flowChartPreparation">
            <a:avLst/>
          </a:prstGeom>
          <a:solidFill>
            <a:srgbClr val="DBEAFE"/>
          </a:solidFill>
          <a:ln w="12700">
            <a:solidFill>
              <a:srgbClr val="1D4ED8"/>
            </a:solidFill>
            <a:prstDash val="solid"/>
          </a:ln>
        </p:spPr>
      </p:sp>
      <p:sp>
        <p:nvSpPr>
          <p:cNvPr id="1177" name="Text 17-s4"/>
          <p:cNvSpPr txBox="1"/>
          <p:nvPr/>
        </p:nvSpPr>
        <p:spPr>
          <a:xfrm>
            <a:off x="248816" y="3483429"/>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flowChartPreparation</a:t>
            </a:r>
            <a:endParaRPr lang="ja-JP" sz="880" dirty="0"/>
          </a:p>
        </p:txBody>
      </p:sp>
      <p:sp>
        <p:nvSpPr>
          <p:cNvPr id="1178" name="flowChartProcess-s4"/>
          <p:cNvSpPr/>
          <p:nvPr/>
        </p:nvSpPr>
        <p:spPr>
          <a:xfrm>
            <a:off x="2164702" y="2537927"/>
            <a:ext cx="1244082" cy="895739"/>
          </a:xfrm>
          <a:prstGeom prst="flowChartProcess">
            <a:avLst/>
          </a:prstGeom>
          <a:solidFill>
            <a:srgbClr val="DBEAFE"/>
          </a:solidFill>
          <a:ln w="12700">
            <a:solidFill>
              <a:srgbClr val="1D4ED8"/>
            </a:solidFill>
            <a:prstDash val="solid"/>
          </a:ln>
        </p:spPr>
        <p:txBody>
          <a:bodyPr wrap="square" lIns="99060" tIns="0" rIns="99060" bIns="0" rtlCol="0" anchor="ctr">
            <a:normAutofit/>
          </a:bodyPr>
          <a:lstStyle/>
          <a:p>
            <a:pPr algn="ctr" indent="0" marL="0">
              <a:lnSpc>
                <a:spcPct val="150000"/>
              </a:lnSpc>
              <a:buNone/>
            </a:pPr>
            <a:r>
              <a:rPr lang="ja-JP" altLang="en-US" sz="1180" dirty="0">
                <a:solidFill>
                  <a:srgbClr val="000000"/>
                </a:solidFill>
                <a:latin typeface="游ゴシック" pitchFamily="34" charset="0"/>
                <a:ea typeface="游ゴシック" pitchFamily="34" charset="-122"/>
                <a:cs typeface="游ゴシック" pitchFamily="34" charset="-120"/>
              </a:rPr>
              <a:t>処理</a:t>
            </a:r>
            <a:endParaRPr lang="ja-JP" sz="1180" dirty="0"/>
          </a:p>
        </p:txBody>
      </p:sp>
      <p:sp>
        <p:nvSpPr>
          <p:cNvPr id="1179" name="Text 19-s4"/>
          <p:cNvSpPr txBox="1"/>
          <p:nvPr/>
        </p:nvSpPr>
        <p:spPr>
          <a:xfrm>
            <a:off x="1940767" y="3483429"/>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flowChartProcess</a:t>
            </a:r>
            <a:endParaRPr lang="ja-JP" sz="880" dirty="0"/>
          </a:p>
        </p:txBody>
      </p:sp>
      <p:sp>
        <p:nvSpPr>
          <p:cNvPr id="1180" name="flowChartPunchedCard-s4"/>
          <p:cNvSpPr/>
          <p:nvPr/>
        </p:nvSpPr>
        <p:spPr>
          <a:xfrm>
            <a:off x="3856653" y="2537927"/>
            <a:ext cx="1244082" cy="895739"/>
          </a:xfrm>
          <a:prstGeom prst="flowChartPunchedCard">
            <a:avLst/>
          </a:prstGeom>
          <a:solidFill>
            <a:srgbClr val="DBEAFE"/>
          </a:solidFill>
          <a:ln w="12700">
            <a:solidFill>
              <a:srgbClr val="1D4ED8"/>
            </a:solidFill>
            <a:prstDash val="solid"/>
          </a:ln>
        </p:spPr>
      </p:sp>
      <p:sp>
        <p:nvSpPr>
          <p:cNvPr id="1181" name="Text 21-s4"/>
          <p:cNvSpPr txBox="1"/>
          <p:nvPr/>
        </p:nvSpPr>
        <p:spPr>
          <a:xfrm>
            <a:off x="3632718" y="3483429"/>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flowChartPunchedCard</a:t>
            </a:r>
            <a:endParaRPr lang="ja-JP" sz="880" dirty="0"/>
          </a:p>
        </p:txBody>
      </p:sp>
      <p:sp>
        <p:nvSpPr>
          <p:cNvPr id="1182" name="flowChartPunchedTape-s4"/>
          <p:cNvSpPr/>
          <p:nvPr/>
        </p:nvSpPr>
        <p:spPr>
          <a:xfrm>
            <a:off x="5548604" y="2537927"/>
            <a:ext cx="1244082" cy="895739"/>
          </a:xfrm>
          <a:prstGeom prst="flowChartPunchedTape">
            <a:avLst/>
          </a:prstGeom>
          <a:solidFill>
            <a:srgbClr val="DBEAFE"/>
          </a:solidFill>
          <a:ln w="12700">
            <a:solidFill>
              <a:srgbClr val="1D4ED8"/>
            </a:solidFill>
            <a:prstDash val="solid"/>
          </a:ln>
        </p:spPr>
      </p:sp>
      <p:sp>
        <p:nvSpPr>
          <p:cNvPr id="1183" name="Text 23-s4"/>
          <p:cNvSpPr txBox="1"/>
          <p:nvPr/>
        </p:nvSpPr>
        <p:spPr>
          <a:xfrm>
            <a:off x="5324669" y="3483429"/>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flowChartPunchedTape</a:t>
            </a:r>
            <a:endParaRPr lang="ja-JP" sz="880" dirty="0"/>
          </a:p>
        </p:txBody>
      </p:sp>
      <p:sp>
        <p:nvSpPr>
          <p:cNvPr id="1184" name="flowChartSort-s4"/>
          <p:cNvSpPr/>
          <p:nvPr/>
        </p:nvSpPr>
        <p:spPr>
          <a:xfrm>
            <a:off x="7240555" y="2537927"/>
            <a:ext cx="1244082" cy="895739"/>
          </a:xfrm>
          <a:prstGeom prst="flowChartSort">
            <a:avLst/>
          </a:prstGeom>
          <a:solidFill>
            <a:srgbClr val="DBEAFE"/>
          </a:solidFill>
          <a:ln w="12700">
            <a:solidFill>
              <a:srgbClr val="1D4ED8"/>
            </a:solidFill>
            <a:prstDash val="solid"/>
          </a:ln>
        </p:spPr>
      </p:sp>
      <p:sp>
        <p:nvSpPr>
          <p:cNvPr id="1185" name="Text 25-s4"/>
          <p:cNvSpPr txBox="1"/>
          <p:nvPr/>
        </p:nvSpPr>
        <p:spPr>
          <a:xfrm>
            <a:off x="7016620" y="3483429"/>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flowChartSort</a:t>
            </a:r>
            <a:endParaRPr lang="ja-JP" sz="880" dirty="0"/>
          </a:p>
        </p:txBody>
      </p:sp>
      <p:sp>
        <p:nvSpPr>
          <p:cNvPr id="1186" name="flowChartSummingJunction-s4"/>
          <p:cNvSpPr/>
          <p:nvPr/>
        </p:nvSpPr>
        <p:spPr>
          <a:xfrm>
            <a:off x="8932506" y="2537927"/>
            <a:ext cx="1244082" cy="895739"/>
          </a:xfrm>
          <a:prstGeom prst="flowChartSummingJunction">
            <a:avLst/>
          </a:prstGeom>
          <a:solidFill>
            <a:srgbClr val="DBEAFE"/>
          </a:solidFill>
          <a:ln w="12700">
            <a:solidFill>
              <a:srgbClr val="1D4ED8"/>
            </a:solidFill>
            <a:prstDash val="solid"/>
          </a:ln>
        </p:spPr>
      </p:sp>
      <p:sp>
        <p:nvSpPr>
          <p:cNvPr id="1187" name="Text 27-s4"/>
          <p:cNvSpPr txBox="1"/>
          <p:nvPr/>
        </p:nvSpPr>
        <p:spPr>
          <a:xfrm>
            <a:off x="8708571" y="3483429"/>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flowChartSummingJunction</a:t>
            </a:r>
            <a:endParaRPr lang="ja-JP" sz="880" dirty="0"/>
          </a:p>
        </p:txBody>
      </p:sp>
      <p:sp>
        <p:nvSpPr>
          <p:cNvPr id="1188" name="flowChartTerminator-s4"/>
          <p:cNvSpPr/>
          <p:nvPr/>
        </p:nvSpPr>
        <p:spPr>
          <a:xfrm>
            <a:off x="10624457" y="2537927"/>
            <a:ext cx="1244082" cy="895739"/>
          </a:xfrm>
          <a:prstGeom prst="flowChartTerminator">
            <a:avLst/>
          </a:prstGeom>
          <a:solidFill>
            <a:srgbClr val="DBEAFE"/>
          </a:solidFill>
          <a:ln w="12700">
            <a:solidFill>
              <a:srgbClr val="1D4ED8"/>
            </a:solidFill>
            <a:prstDash val="solid"/>
          </a:ln>
        </p:spPr>
      </p:sp>
      <p:sp>
        <p:nvSpPr>
          <p:cNvPr id="1189" name="Text 29-s4"/>
          <p:cNvSpPr txBox="1"/>
          <p:nvPr/>
        </p:nvSpPr>
        <p:spPr>
          <a:xfrm>
            <a:off x="10400522" y="3483429"/>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flowChartTerminator</a:t>
            </a:r>
            <a:endParaRPr lang="ja-JP" sz="880" dirty="0"/>
          </a:p>
        </p:txBody>
      </p:sp>
      <p:sp>
        <p:nvSpPr>
          <p:cNvPr id="1190" name="foldedCorner-s4"/>
          <p:cNvSpPr/>
          <p:nvPr/>
        </p:nvSpPr>
        <p:spPr>
          <a:xfrm>
            <a:off x="472751" y="3981061"/>
            <a:ext cx="1244082" cy="895739"/>
          </a:xfrm>
          <a:prstGeom prst="foldedCorner">
            <a:avLst/>
          </a:prstGeom>
          <a:solidFill>
            <a:srgbClr val="DBEAFE"/>
          </a:solidFill>
          <a:ln w="12700">
            <a:solidFill>
              <a:srgbClr val="1D4ED8"/>
            </a:solidFill>
            <a:prstDash val="solid"/>
          </a:ln>
        </p:spPr>
      </p:sp>
      <p:sp>
        <p:nvSpPr>
          <p:cNvPr id="1191" name="Text 31-s4"/>
          <p:cNvSpPr txBox="1"/>
          <p:nvPr/>
        </p:nvSpPr>
        <p:spPr>
          <a:xfrm>
            <a:off x="248816" y="4926563"/>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foldedCorner</a:t>
            </a:r>
            <a:endParaRPr lang="ja-JP" sz="880" dirty="0"/>
          </a:p>
        </p:txBody>
      </p:sp>
      <p:sp>
        <p:nvSpPr>
          <p:cNvPr id="1192" name="frame-s4"/>
          <p:cNvSpPr/>
          <p:nvPr/>
        </p:nvSpPr>
        <p:spPr>
          <a:xfrm>
            <a:off x="2164702" y="3981061"/>
            <a:ext cx="1244082" cy="895739"/>
          </a:xfrm>
          <a:prstGeom prst="frame">
            <a:avLst/>
          </a:prstGeom>
          <a:solidFill>
            <a:srgbClr val="DBEAFE"/>
          </a:solidFill>
          <a:ln w="12700">
            <a:solidFill>
              <a:srgbClr val="1D4ED8"/>
            </a:solidFill>
            <a:prstDash val="solid"/>
          </a:ln>
        </p:spPr>
      </p:sp>
      <p:sp>
        <p:nvSpPr>
          <p:cNvPr id="1193" name="Text 33-s4"/>
          <p:cNvSpPr txBox="1"/>
          <p:nvPr/>
        </p:nvSpPr>
        <p:spPr>
          <a:xfrm>
            <a:off x="1940767" y="4926563"/>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frame</a:t>
            </a:r>
            <a:endParaRPr lang="ja-JP" sz="880" dirty="0"/>
          </a:p>
        </p:txBody>
      </p:sp>
      <p:sp>
        <p:nvSpPr>
          <p:cNvPr id="1194" name="funnel-s4"/>
          <p:cNvSpPr/>
          <p:nvPr/>
        </p:nvSpPr>
        <p:spPr>
          <a:xfrm>
            <a:off x="3856653" y="3981061"/>
            <a:ext cx="1244082" cy="895739"/>
          </a:xfrm>
          <a:prstGeom prst="funnel">
            <a:avLst/>
          </a:prstGeom>
          <a:solidFill>
            <a:srgbClr val="DBEAFE"/>
          </a:solidFill>
          <a:ln w="12700">
            <a:solidFill>
              <a:srgbClr val="1D4ED8"/>
            </a:solidFill>
            <a:prstDash val="solid"/>
          </a:ln>
        </p:spPr>
      </p:sp>
      <p:sp>
        <p:nvSpPr>
          <p:cNvPr id="1195" name="Text 35-s4"/>
          <p:cNvSpPr txBox="1"/>
          <p:nvPr/>
        </p:nvSpPr>
        <p:spPr>
          <a:xfrm>
            <a:off x="3632718" y="4926563"/>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funnel</a:t>
            </a:r>
            <a:endParaRPr lang="ja-JP" sz="880" dirty="0"/>
          </a:p>
        </p:txBody>
      </p:sp>
      <p:sp>
        <p:nvSpPr>
          <p:cNvPr id="1196" name="gear6-s4"/>
          <p:cNvSpPr/>
          <p:nvPr/>
        </p:nvSpPr>
        <p:spPr>
          <a:xfrm>
            <a:off x="5548604" y="3981061"/>
            <a:ext cx="1244082" cy="895739"/>
          </a:xfrm>
          <a:prstGeom prst="gear6">
            <a:avLst/>
          </a:prstGeom>
          <a:solidFill>
            <a:srgbClr val="DBEAFE"/>
          </a:solidFill>
          <a:ln w="12700">
            <a:solidFill>
              <a:srgbClr val="1D4ED8"/>
            </a:solidFill>
            <a:prstDash val="solid"/>
          </a:ln>
        </p:spPr>
      </p:sp>
      <p:sp>
        <p:nvSpPr>
          <p:cNvPr id="1197" name="Text 37-s4"/>
          <p:cNvSpPr txBox="1"/>
          <p:nvPr/>
        </p:nvSpPr>
        <p:spPr>
          <a:xfrm>
            <a:off x="5324669" y="4926563"/>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gear6</a:t>
            </a:r>
            <a:endParaRPr lang="ja-JP" sz="880" dirty="0"/>
          </a:p>
        </p:txBody>
      </p:sp>
      <p:sp>
        <p:nvSpPr>
          <p:cNvPr id="1198" name="gear9-s4"/>
          <p:cNvSpPr/>
          <p:nvPr/>
        </p:nvSpPr>
        <p:spPr>
          <a:xfrm>
            <a:off x="7240555" y="3981061"/>
            <a:ext cx="1244082" cy="895739"/>
          </a:xfrm>
          <a:prstGeom prst="gear9">
            <a:avLst/>
          </a:prstGeom>
          <a:solidFill>
            <a:srgbClr val="DBEAFE"/>
          </a:solidFill>
          <a:ln w="12700">
            <a:solidFill>
              <a:srgbClr val="1D4ED8"/>
            </a:solidFill>
            <a:prstDash val="solid"/>
          </a:ln>
        </p:spPr>
      </p:sp>
      <p:sp>
        <p:nvSpPr>
          <p:cNvPr id="1199" name="Text 39-s4"/>
          <p:cNvSpPr txBox="1"/>
          <p:nvPr/>
        </p:nvSpPr>
        <p:spPr>
          <a:xfrm>
            <a:off x="7016620" y="4926563"/>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gear9</a:t>
            </a:r>
            <a:endParaRPr lang="ja-JP" sz="880" dirty="0"/>
          </a:p>
        </p:txBody>
      </p:sp>
      <p:sp>
        <p:nvSpPr>
          <p:cNvPr id="1200" name="halfFrame-s4"/>
          <p:cNvSpPr/>
          <p:nvPr/>
        </p:nvSpPr>
        <p:spPr>
          <a:xfrm>
            <a:off x="8932506" y="3981061"/>
            <a:ext cx="1244082" cy="895739"/>
          </a:xfrm>
          <a:prstGeom prst="halfFrame">
            <a:avLst/>
          </a:prstGeom>
          <a:solidFill>
            <a:srgbClr val="DBEAFE"/>
          </a:solidFill>
          <a:ln w="12700">
            <a:solidFill>
              <a:srgbClr val="1D4ED8"/>
            </a:solidFill>
            <a:prstDash val="solid"/>
          </a:ln>
        </p:spPr>
      </p:sp>
      <p:sp>
        <p:nvSpPr>
          <p:cNvPr id="1201" name="Text 41-s4"/>
          <p:cNvSpPr txBox="1"/>
          <p:nvPr/>
        </p:nvSpPr>
        <p:spPr>
          <a:xfrm>
            <a:off x="8708571" y="4926563"/>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halfFrame</a:t>
            </a:r>
            <a:endParaRPr lang="ja-JP" sz="880" dirty="0"/>
          </a:p>
        </p:txBody>
      </p:sp>
      <p:sp>
        <p:nvSpPr>
          <p:cNvPr id="1202" name="heart-s4"/>
          <p:cNvSpPr/>
          <p:nvPr/>
        </p:nvSpPr>
        <p:spPr>
          <a:xfrm>
            <a:off x="10624457" y="3981061"/>
            <a:ext cx="1244082" cy="895739"/>
          </a:xfrm>
          <a:prstGeom prst="heart">
            <a:avLst/>
          </a:prstGeom>
          <a:solidFill>
            <a:srgbClr val="DBEAFE"/>
          </a:solidFill>
          <a:ln w="12700">
            <a:solidFill>
              <a:srgbClr val="1D4ED8"/>
            </a:solidFill>
            <a:prstDash val="solid"/>
          </a:ln>
        </p:spPr>
        <p:txBody>
          <a:bodyPr wrap="square" lIns="99060" tIns="0" rIns="99060" bIns="0" rtlCol="0" anchor="ctr">
            <a:normAutofit/>
          </a:bodyPr>
          <a:lstStyle/>
          <a:p>
            <a:pPr algn="ctr" indent="0" marL="0">
              <a:lnSpc>
                <a:spcPct val="150000"/>
              </a:lnSpc>
              <a:spcBef>
                <a:spcPts val="1760"/>
              </a:spcBef>
              <a:spcAft>
                <a:spcPts val="2350"/>
              </a:spcAft>
              <a:buNone/>
            </a:pPr>
            <a:r>
              <a:rPr lang="ja-JP" altLang="en-US" sz="1180" dirty="0">
                <a:solidFill>
                  <a:srgbClr val="000000"/>
                </a:solidFill>
                <a:latin typeface="游ゴシック" pitchFamily="34" charset="0"/>
                <a:ea typeface="游ゴシック" pitchFamily="34" charset="-122"/>
                <a:cs typeface="游ゴシック" pitchFamily="34" charset="-120"/>
              </a:rPr>
              <a:t>心</a:t>
            </a:r>
            <a:endParaRPr lang="ja-JP" sz="1180" dirty="0"/>
          </a:p>
        </p:txBody>
      </p:sp>
      <p:sp>
        <p:nvSpPr>
          <p:cNvPr id="1203" name="Text 43-s4"/>
          <p:cNvSpPr txBox="1"/>
          <p:nvPr/>
        </p:nvSpPr>
        <p:spPr>
          <a:xfrm>
            <a:off x="10400522" y="4926563"/>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heart</a:t>
            </a:r>
            <a:endParaRPr lang="ja-JP" sz="880" dirty="0"/>
          </a:p>
        </p:txBody>
      </p:sp>
      <p:sp>
        <p:nvSpPr>
          <p:cNvPr id="1204" name="heptagon-s4"/>
          <p:cNvSpPr/>
          <p:nvPr/>
        </p:nvSpPr>
        <p:spPr>
          <a:xfrm>
            <a:off x="472751" y="5424196"/>
            <a:ext cx="1244082" cy="895739"/>
          </a:xfrm>
          <a:prstGeom prst="heptagon">
            <a:avLst/>
          </a:prstGeom>
          <a:solidFill>
            <a:srgbClr val="DBEAFE"/>
          </a:solidFill>
          <a:ln w="12700">
            <a:solidFill>
              <a:srgbClr val="1D4ED8"/>
            </a:solidFill>
            <a:prstDash val="solid"/>
          </a:ln>
        </p:spPr>
      </p:sp>
      <p:sp>
        <p:nvSpPr>
          <p:cNvPr id="1205" name="Text 45-s4"/>
          <p:cNvSpPr txBox="1"/>
          <p:nvPr/>
        </p:nvSpPr>
        <p:spPr>
          <a:xfrm>
            <a:off x="248816" y="6369698"/>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heptagon</a:t>
            </a:r>
            <a:endParaRPr lang="ja-JP" sz="880" dirty="0"/>
          </a:p>
        </p:txBody>
      </p:sp>
      <p:sp>
        <p:nvSpPr>
          <p:cNvPr id="1206" name="hexagon-s4"/>
          <p:cNvSpPr/>
          <p:nvPr/>
        </p:nvSpPr>
        <p:spPr>
          <a:xfrm>
            <a:off x="2164702" y="5424196"/>
            <a:ext cx="1244082" cy="895739"/>
          </a:xfrm>
          <a:prstGeom prst="hexagon">
            <a:avLst/>
          </a:prstGeom>
          <a:solidFill>
            <a:srgbClr val="DBEAFE"/>
          </a:solidFill>
          <a:ln w="12700">
            <a:solidFill>
              <a:srgbClr val="1D4ED8"/>
            </a:solidFill>
            <a:prstDash val="solid"/>
          </a:ln>
        </p:spPr>
        <p:txBody>
          <a:bodyPr wrap="square" lIns="99060" tIns="0" rIns="99060" bIns="0" rtlCol="0" anchor="ctr">
            <a:normAutofit/>
          </a:bodyPr>
          <a:lstStyle/>
          <a:p>
            <a:pPr algn="ctr" indent="0" marL="0">
              <a:lnSpc>
                <a:spcPct val="150000"/>
              </a:lnSpc>
              <a:spcBef>
                <a:spcPts val="1010"/>
              </a:spcBef>
              <a:spcAft>
                <a:spcPts val="1010"/>
              </a:spcAft>
              <a:buNone/>
            </a:pPr>
            <a:r>
              <a:rPr lang="ja-JP" altLang="en-US" sz="1180" dirty="0">
                <a:solidFill>
                  <a:srgbClr val="000000"/>
                </a:solidFill>
                <a:latin typeface="游ゴシック" pitchFamily="34" charset="0"/>
                <a:ea typeface="游ゴシック" pitchFamily="34" charset="-122"/>
                <a:cs typeface="游ゴシック" pitchFamily="34" charset="-120"/>
              </a:rPr>
              <a:t>六角</a:t>
            </a:r>
            <a:endParaRPr lang="ja-JP" sz="1180" dirty="0"/>
          </a:p>
        </p:txBody>
      </p:sp>
      <p:sp>
        <p:nvSpPr>
          <p:cNvPr id="1207" name="Text 47-s4"/>
          <p:cNvSpPr txBox="1"/>
          <p:nvPr/>
        </p:nvSpPr>
        <p:spPr>
          <a:xfrm>
            <a:off x="1940767" y="6369698"/>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hexagon</a:t>
            </a:r>
            <a:endParaRPr lang="ja-JP" sz="880" dirty="0"/>
          </a:p>
        </p:txBody>
      </p:sp>
      <p:sp>
        <p:nvSpPr>
          <p:cNvPr id="1208" name="homePlate-s4"/>
          <p:cNvSpPr/>
          <p:nvPr/>
        </p:nvSpPr>
        <p:spPr>
          <a:xfrm>
            <a:off x="3856653" y="5424196"/>
            <a:ext cx="1244082" cy="895739"/>
          </a:xfrm>
          <a:prstGeom prst="homePlate">
            <a:avLst/>
          </a:prstGeom>
          <a:solidFill>
            <a:srgbClr val="DBEAFE"/>
          </a:solidFill>
          <a:ln w="12700">
            <a:solidFill>
              <a:srgbClr val="1D4ED8"/>
            </a:solidFill>
            <a:prstDash val="solid"/>
          </a:ln>
        </p:spPr>
        <p:txBody>
          <a:bodyPr wrap="square" lIns="99060" tIns="0" rIns="99060" bIns="0" rtlCol="0" anchor="ctr">
            <a:normAutofit/>
          </a:bodyPr>
          <a:lstStyle/>
          <a:p>
            <a:pPr algn="ctr" indent="0" marL="0">
              <a:lnSpc>
                <a:spcPct val="150000"/>
              </a:lnSpc>
              <a:buNone/>
            </a:pPr>
            <a:r>
              <a:rPr lang="ja-JP" altLang="en-US" sz="1180" dirty="0">
                <a:solidFill>
                  <a:srgbClr val="000000"/>
                </a:solidFill>
                <a:latin typeface="游ゴシック" pitchFamily="34" charset="0"/>
                <a:ea typeface="游ゴシック" pitchFamily="34" charset="-122"/>
                <a:cs typeface="游ゴシック" pitchFamily="34" charset="-120"/>
              </a:rPr>
              <a:t>工程</a:t>
            </a:r>
            <a:endParaRPr lang="ja-JP" sz="1180" dirty="0"/>
          </a:p>
        </p:txBody>
      </p:sp>
      <p:sp>
        <p:nvSpPr>
          <p:cNvPr id="1209" name="Text 49-s4"/>
          <p:cNvSpPr txBox="1"/>
          <p:nvPr/>
        </p:nvSpPr>
        <p:spPr>
          <a:xfrm>
            <a:off x="3632718" y="6369698"/>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homePlate</a:t>
            </a:r>
            <a:endParaRPr lang="ja-JP" sz="880" dirty="0"/>
          </a:p>
        </p:txBody>
      </p:sp>
      <p:sp>
        <p:nvSpPr>
          <p:cNvPr id="1210" name="horizontalScroll-s4"/>
          <p:cNvSpPr/>
          <p:nvPr/>
        </p:nvSpPr>
        <p:spPr>
          <a:xfrm>
            <a:off x="5548604" y="5424196"/>
            <a:ext cx="1244082" cy="895739"/>
          </a:xfrm>
          <a:prstGeom prst="horizontalScroll">
            <a:avLst/>
          </a:prstGeom>
          <a:solidFill>
            <a:srgbClr val="DBEAFE"/>
          </a:solidFill>
          <a:ln w="12700">
            <a:solidFill>
              <a:srgbClr val="1D4ED8"/>
            </a:solidFill>
            <a:prstDash val="solid"/>
          </a:ln>
        </p:spPr>
      </p:sp>
      <p:sp>
        <p:nvSpPr>
          <p:cNvPr id="1211" name="Text 51-s4"/>
          <p:cNvSpPr txBox="1"/>
          <p:nvPr/>
        </p:nvSpPr>
        <p:spPr>
          <a:xfrm>
            <a:off x="5324669" y="6369698"/>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horizontalScroll</a:t>
            </a:r>
            <a:endParaRPr lang="ja-JP" sz="880" dirty="0"/>
          </a:p>
        </p:txBody>
      </p:sp>
      <p:sp>
        <p:nvSpPr>
          <p:cNvPr id="1212" name="irregularSeal1-s4"/>
          <p:cNvSpPr/>
          <p:nvPr/>
        </p:nvSpPr>
        <p:spPr>
          <a:xfrm>
            <a:off x="7240555" y="5424196"/>
            <a:ext cx="1244082" cy="895739"/>
          </a:xfrm>
          <a:prstGeom prst="irregularSeal1">
            <a:avLst/>
          </a:prstGeom>
          <a:solidFill>
            <a:srgbClr val="DBEAFE"/>
          </a:solidFill>
          <a:ln w="12700">
            <a:solidFill>
              <a:srgbClr val="1D4ED8"/>
            </a:solidFill>
            <a:prstDash val="solid"/>
          </a:ln>
        </p:spPr>
      </p:sp>
      <p:sp>
        <p:nvSpPr>
          <p:cNvPr id="1213" name="Text 53-s4"/>
          <p:cNvSpPr txBox="1"/>
          <p:nvPr/>
        </p:nvSpPr>
        <p:spPr>
          <a:xfrm>
            <a:off x="7016620" y="6369698"/>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irregularSeal1</a:t>
            </a:r>
            <a:endParaRPr lang="ja-JP" sz="880" dirty="0"/>
          </a:p>
        </p:txBody>
      </p:sp>
      <p:sp>
        <p:nvSpPr>
          <p:cNvPr id="1214" name="irregularSeal2-s4"/>
          <p:cNvSpPr/>
          <p:nvPr/>
        </p:nvSpPr>
        <p:spPr>
          <a:xfrm>
            <a:off x="8932506" y="5424196"/>
            <a:ext cx="1244082" cy="895739"/>
          </a:xfrm>
          <a:prstGeom prst="irregularSeal2">
            <a:avLst/>
          </a:prstGeom>
          <a:solidFill>
            <a:srgbClr val="DBEAFE"/>
          </a:solidFill>
          <a:ln w="12700">
            <a:solidFill>
              <a:srgbClr val="1D4ED8"/>
            </a:solidFill>
            <a:prstDash val="solid"/>
          </a:ln>
        </p:spPr>
      </p:sp>
      <p:sp>
        <p:nvSpPr>
          <p:cNvPr id="1215" name="Text 55-s4"/>
          <p:cNvSpPr txBox="1"/>
          <p:nvPr/>
        </p:nvSpPr>
        <p:spPr>
          <a:xfrm>
            <a:off x="8708571" y="6369698"/>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irregularSeal2</a:t>
            </a:r>
            <a:endParaRPr lang="ja-JP" sz="880" dirty="0"/>
          </a:p>
        </p:txBody>
      </p:sp>
      <p:sp>
        <p:nvSpPr>
          <p:cNvPr id="1216" name="leftArrow-s5"/>
          <p:cNvSpPr/>
          <p:nvPr/>
        </p:nvSpPr>
        <p:spPr>
          <a:xfrm>
            <a:off x="472751" y="1094792"/>
            <a:ext cx="1244082" cy="895739"/>
          </a:xfrm>
          <a:prstGeom prst="leftArrow">
            <a:avLst/>
          </a:prstGeom>
          <a:solidFill>
            <a:srgbClr val="DBEAFE"/>
          </a:solidFill>
          <a:ln w="12700">
            <a:solidFill>
              <a:srgbClr val="1D4ED8"/>
            </a:solidFill>
            <a:prstDash val="solid"/>
          </a:ln>
        </p:spPr>
      </p:sp>
      <p:sp>
        <p:nvSpPr>
          <p:cNvPr id="1217" name="Text 3-s5"/>
          <p:cNvSpPr txBox="1"/>
          <p:nvPr/>
        </p:nvSpPr>
        <p:spPr>
          <a:xfrm>
            <a:off x="248816" y="2040294"/>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leftArrow</a:t>
            </a:r>
            <a:endParaRPr lang="ja-JP" sz="880" dirty="0"/>
          </a:p>
        </p:txBody>
      </p:sp>
      <p:sp>
        <p:nvSpPr>
          <p:cNvPr id="1218" name="leftArrowCallout-s5"/>
          <p:cNvSpPr/>
          <p:nvPr/>
        </p:nvSpPr>
        <p:spPr>
          <a:xfrm>
            <a:off x="2164702" y="1094792"/>
            <a:ext cx="1244082" cy="895739"/>
          </a:xfrm>
          <a:prstGeom prst="leftArrowCallout">
            <a:avLst/>
          </a:prstGeom>
          <a:solidFill>
            <a:srgbClr val="DBEAFE"/>
          </a:solidFill>
          <a:ln w="12700">
            <a:solidFill>
              <a:srgbClr val="1D4ED8"/>
            </a:solidFill>
            <a:prstDash val="solid"/>
          </a:ln>
        </p:spPr>
      </p:sp>
      <p:sp>
        <p:nvSpPr>
          <p:cNvPr id="1219" name="Text 5-s5"/>
          <p:cNvSpPr txBox="1"/>
          <p:nvPr/>
        </p:nvSpPr>
        <p:spPr>
          <a:xfrm>
            <a:off x="1940767" y="2040294"/>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leftArrowCallout</a:t>
            </a:r>
            <a:endParaRPr lang="ja-JP" sz="880" dirty="0"/>
          </a:p>
        </p:txBody>
      </p:sp>
      <p:sp>
        <p:nvSpPr>
          <p:cNvPr id="1220" name="leftBrace-s5"/>
          <p:cNvSpPr/>
          <p:nvPr/>
        </p:nvSpPr>
        <p:spPr>
          <a:xfrm>
            <a:off x="3856653" y="1094792"/>
            <a:ext cx="1244082" cy="895739"/>
          </a:xfrm>
          <a:prstGeom prst="leftBrace">
            <a:avLst/>
          </a:prstGeom>
          <a:solidFill>
            <a:srgbClr val="DBEAFE"/>
          </a:solidFill>
          <a:ln w="12700">
            <a:solidFill>
              <a:srgbClr val="1D4ED8"/>
            </a:solidFill>
            <a:prstDash val="solid"/>
          </a:ln>
        </p:spPr>
      </p:sp>
      <p:sp>
        <p:nvSpPr>
          <p:cNvPr id="1221" name="Text 7-s5"/>
          <p:cNvSpPr txBox="1"/>
          <p:nvPr/>
        </p:nvSpPr>
        <p:spPr>
          <a:xfrm>
            <a:off x="3632718" y="2040294"/>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leftBrace</a:t>
            </a:r>
            <a:endParaRPr lang="ja-JP" sz="880" dirty="0"/>
          </a:p>
        </p:txBody>
      </p:sp>
      <p:sp>
        <p:nvSpPr>
          <p:cNvPr id="1222" name="leftBracket-s5"/>
          <p:cNvSpPr/>
          <p:nvPr/>
        </p:nvSpPr>
        <p:spPr>
          <a:xfrm>
            <a:off x="5548604" y="1094792"/>
            <a:ext cx="1244082" cy="895739"/>
          </a:xfrm>
          <a:prstGeom prst="leftBracket">
            <a:avLst/>
          </a:prstGeom>
          <a:solidFill>
            <a:srgbClr val="DBEAFE"/>
          </a:solidFill>
          <a:ln w="12700">
            <a:solidFill>
              <a:srgbClr val="1D4ED8"/>
            </a:solidFill>
            <a:prstDash val="solid"/>
          </a:ln>
        </p:spPr>
      </p:sp>
      <p:sp>
        <p:nvSpPr>
          <p:cNvPr id="1223" name="Text 9-s5"/>
          <p:cNvSpPr txBox="1"/>
          <p:nvPr/>
        </p:nvSpPr>
        <p:spPr>
          <a:xfrm>
            <a:off x="5324669" y="2040294"/>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leftBracket</a:t>
            </a:r>
            <a:endParaRPr lang="ja-JP" sz="880" dirty="0"/>
          </a:p>
        </p:txBody>
      </p:sp>
      <p:sp>
        <p:nvSpPr>
          <p:cNvPr id="1224" name="leftCircularArrow-s5"/>
          <p:cNvSpPr/>
          <p:nvPr/>
        </p:nvSpPr>
        <p:spPr>
          <a:xfrm>
            <a:off x="7240555" y="1094792"/>
            <a:ext cx="1244082" cy="895739"/>
          </a:xfrm>
          <a:prstGeom prst="leftCircularArrow">
            <a:avLst/>
          </a:prstGeom>
          <a:solidFill>
            <a:srgbClr val="DBEAFE"/>
          </a:solidFill>
          <a:ln w="12700">
            <a:solidFill>
              <a:srgbClr val="1D4ED8"/>
            </a:solidFill>
            <a:prstDash val="solid"/>
          </a:ln>
        </p:spPr>
      </p:sp>
      <p:sp>
        <p:nvSpPr>
          <p:cNvPr id="1225" name="Text 11-s5"/>
          <p:cNvSpPr txBox="1"/>
          <p:nvPr/>
        </p:nvSpPr>
        <p:spPr>
          <a:xfrm>
            <a:off x="7016620" y="2040294"/>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leftCircularArrow</a:t>
            </a:r>
            <a:endParaRPr lang="ja-JP" sz="880" dirty="0"/>
          </a:p>
        </p:txBody>
      </p:sp>
      <p:sp>
        <p:nvSpPr>
          <p:cNvPr id="1226" name="leftRightArrow-s5"/>
          <p:cNvSpPr/>
          <p:nvPr/>
        </p:nvSpPr>
        <p:spPr>
          <a:xfrm>
            <a:off x="8932506" y="1094792"/>
            <a:ext cx="1244082" cy="895739"/>
          </a:xfrm>
          <a:prstGeom prst="leftRightArrow">
            <a:avLst/>
          </a:prstGeom>
          <a:solidFill>
            <a:srgbClr val="DBEAFE"/>
          </a:solidFill>
          <a:ln w="12700">
            <a:solidFill>
              <a:srgbClr val="1D4ED8"/>
            </a:solidFill>
            <a:prstDash val="solid"/>
          </a:ln>
        </p:spPr>
      </p:sp>
      <p:sp>
        <p:nvSpPr>
          <p:cNvPr id="1227" name="Text 13-s5"/>
          <p:cNvSpPr txBox="1"/>
          <p:nvPr/>
        </p:nvSpPr>
        <p:spPr>
          <a:xfrm>
            <a:off x="8708571" y="2040294"/>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leftRightArrow</a:t>
            </a:r>
            <a:endParaRPr lang="ja-JP" sz="880" dirty="0"/>
          </a:p>
        </p:txBody>
      </p:sp>
      <p:sp>
        <p:nvSpPr>
          <p:cNvPr id="1228" name="leftRightArrowCallout-s5"/>
          <p:cNvSpPr/>
          <p:nvPr/>
        </p:nvSpPr>
        <p:spPr>
          <a:xfrm>
            <a:off x="10624457" y="1094792"/>
            <a:ext cx="1244082" cy="895739"/>
          </a:xfrm>
          <a:prstGeom prst="leftRightArrowCallout">
            <a:avLst/>
          </a:prstGeom>
          <a:solidFill>
            <a:srgbClr val="DBEAFE"/>
          </a:solidFill>
          <a:ln w="12700">
            <a:solidFill>
              <a:srgbClr val="1D4ED8"/>
            </a:solidFill>
            <a:prstDash val="solid"/>
          </a:ln>
        </p:spPr>
      </p:sp>
      <p:sp>
        <p:nvSpPr>
          <p:cNvPr id="1229" name="Text 15-s5"/>
          <p:cNvSpPr txBox="1"/>
          <p:nvPr/>
        </p:nvSpPr>
        <p:spPr>
          <a:xfrm>
            <a:off x="10400522" y="2040294"/>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leftRightArrowCallout</a:t>
            </a:r>
            <a:endParaRPr lang="ja-JP" sz="880" dirty="0"/>
          </a:p>
        </p:txBody>
      </p:sp>
      <p:sp>
        <p:nvSpPr>
          <p:cNvPr id="1230" name="leftRightCircularArrow-s5"/>
          <p:cNvSpPr/>
          <p:nvPr/>
        </p:nvSpPr>
        <p:spPr>
          <a:xfrm>
            <a:off x="472751" y="2537927"/>
            <a:ext cx="1244082" cy="895739"/>
          </a:xfrm>
          <a:prstGeom prst="leftRightCircularArrow">
            <a:avLst/>
          </a:prstGeom>
          <a:solidFill>
            <a:srgbClr val="DBEAFE"/>
          </a:solidFill>
          <a:ln w="12700">
            <a:solidFill>
              <a:srgbClr val="1D4ED8"/>
            </a:solidFill>
            <a:prstDash val="solid"/>
          </a:ln>
        </p:spPr>
      </p:sp>
      <p:sp>
        <p:nvSpPr>
          <p:cNvPr id="1231" name="Text 17-s5"/>
          <p:cNvSpPr txBox="1"/>
          <p:nvPr/>
        </p:nvSpPr>
        <p:spPr>
          <a:xfrm>
            <a:off x="248816" y="3483429"/>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leftRightCircularArrow</a:t>
            </a:r>
            <a:endParaRPr lang="ja-JP" sz="880" dirty="0"/>
          </a:p>
        </p:txBody>
      </p:sp>
      <p:sp>
        <p:nvSpPr>
          <p:cNvPr id="1232" name="leftRightRibbon-s5"/>
          <p:cNvSpPr/>
          <p:nvPr/>
        </p:nvSpPr>
        <p:spPr>
          <a:xfrm>
            <a:off x="2164702" y="2537927"/>
            <a:ext cx="1244082" cy="895739"/>
          </a:xfrm>
          <a:prstGeom prst="leftRightRibbon">
            <a:avLst/>
          </a:prstGeom>
          <a:solidFill>
            <a:srgbClr val="DBEAFE"/>
          </a:solidFill>
          <a:ln w="12700">
            <a:solidFill>
              <a:srgbClr val="1D4ED8"/>
            </a:solidFill>
            <a:prstDash val="solid"/>
          </a:ln>
        </p:spPr>
      </p:sp>
      <p:sp>
        <p:nvSpPr>
          <p:cNvPr id="1233" name="Text 19-s5"/>
          <p:cNvSpPr txBox="1"/>
          <p:nvPr/>
        </p:nvSpPr>
        <p:spPr>
          <a:xfrm>
            <a:off x="1940767" y="3483429"/>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leftRightRibbon</a:t>
            </a:r>
            <a:endParaRPr lang="ja-JP" sz="880" dirty="0"/>
          </a:p>
        </p:txBody>
      </p:sp>
      <p:sp>
        <p:nvSpPr>
          <p:cNvPr id="1234" name="leftRightUpArrow-s5"/>
          <p:cNvSpPr/>
          <p:nvPr/>
        </p:nvSpPr>
        <p:spPr>
          <a:xfrm>
            <a:off x="3856653" y="2537927"/>
            <a:ext cx="1244082" cy="895739"/>
          </a:xfrm>
          <a:prstGeom prst="leftRightUpArrow">
            <a:avLst/>
          </a:prstGeom>
          <a:solidFill>
            <a:srgbClr val="DBEAFE"/>
          </a:solidFill>
          <a:ln w="12700">
            <a:solidFill>
              <a:srgbClr val="1D4ED8"/>
            </a:solidFill>
            <a:prstDash val="solid"/>
          </a:ln>
        </p:spPr>
      </p:sp>
      <p:sp>
        <p:nvSpPr>
          <p:cNvPr id="1235" name="Text 21-s5"/>
          <p:cNvSpPr txBox="1"/>
          <p:nvPr/>
        </p:nvSpPr>
        <p:spPr>
          <a:xfrm>
            <a:off x="3632718" y="3483429"/>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leftRightUpArrow</a:t>
            </a:r>
            <a:endParaRPr lang="ja-JP" sz="880" dirty="0"/>
          </a:p>
        </p:txBody>
      </p:sp>
      <p:sp>
        <p:nvSpPr>
          <p:cNvPr id="1236" name="leftUpArrow-s5"/>
          <p:cNvSpPr/>
          <p:nvPr/>
        </p:nvSpPr>
        <p:spPr>
          <a:xfrm>
            <a:off x="5548604" y="2537927"/>
            <a:ext cx="1244082" cy="895739"/>
          </a:xfrm>
          <a:prstGeom prst="leftUpArrow">
            <a:avLst/>
          </a:prstGeom>
          <a:solidFill>
            <a:srgbClr val="DBEAFE"/>
          </a:solidFill>
          <a:ln w="12700">
            <a:solidFill>
              <a:srgbClr val="1D4ED8"/>
            </a:solidFill>
            <a:prstDash val="solid"/>
          </a:ln>
        </p:spPr>
      </p:sp>
      <p:sp>
        <p:nvSpPr>
          <p:cNvPr id="1237" name="Text 23-s5"/>
          <p:cNvSpPr txBox="1"/>
          <p:nvPr/>
        </p:nvSpPr>
        <p:spPr>
          <a:xfrm>
            <a:off x="5324669" y="3483429"/>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leftUpArrow</a:t>
            </a:r>
            <a:endParaRPr lang="ja-JP" sz="880" dirty="0"/>
          </a:p>
        </p:txBody>
      </p:sp>
      <p:sp>
        <p:nvSpPr>
          <p:cNvPr id="1238" name="lightningBolt-s5"/>
          <p:cNvSpPr/>
          <p:nvPr/>
        </p:nvSpPr>
        <p:spPr>
          <a:xfrm>
            <a:off x="7240555" y="2537927"/>
            <a:ext cx="1244082" cy="895739"/>
          </a:xfrm>
          <a:prstGeom prst="lightningBolt">
            <a:avLst/>
          </a:prstGeom>
          <a:solidFill>
            <a:srgbClr val="DBEAFE"/>
          </a:solidFill>
          <a:ln w="12700">
            <a:solidFill>
              <a:srgbClr val="1D4ED8"/>
            </a:solidFill>
            <a:prstDash val="solid"/>
          </a:ln>
        </p:spPr>
      </p:sp>
      <p:sp>
        <p:nvSpPr>
          <p:cNvPr id="1239" name="Text 25-s5"/>
          <p:cNvSpPr txBox="1"/>
          <p:nvPr/>
        </p:nvSpPr>
        <p:spPr>
          <a:xfrm>
            <a:off x="7016620" y="3483429"/>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lightningBolt</a:t>
            </a:r>
            <a:endParaRPr lang="ja-JP" sz="880" dirty="0"/>
          </a:p>
        </p:txBody>
      </p:sp>
      <p:sp>
        <p:nvSpPr>
          <p:cNvPr id="1240" name="line-s5"/>
          <p:cNvSpPr/>
          <p:nvPr/>
        </p:nvSpPr>
        <p:spPr>
          <a:xfrm>
            <a:off x="8932506" y="2537927"/>
            <a:ext cx="1244082" cy="895739"/>
          </a:xfrm>
          <a:prstGeom prst="line">
            <a:avLst/>
          </a:prstGeom>
          <a:noFill/>
          <a:ln w="12700">
            <a:solidFill>
              <a:srgbClr val="1D4ED8"/>
            </a:solidFill>
            <a:prstDash val="solid"/>
          </a:ln>
        </p:spPr>
      </p:sp>
      <p:sp>
        <p:nvSpPr>
          <p:cNvPr id="1241" name="Text 27-s5"/>
          <p:cNvSpPr txBox="1"/>
          <p:nvPr/>
        </p:nvSpPr>
        <p:spPr>
          <a:xfrm>
            <a:off x="8708571" y="3483429"/>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line</a:t>
            </a:r>
            <a:endParaRPr lang="ja-JP" sz="880" dirty="0"/>
          </a:p>
        </p:txBody>
      </p:sp>
      <p:sp>
        <p:nvSpPr>
          <p:cNvPr id="1242" name="lineInv-s5"/>
          <p:cNvSpPr/>
          <p:nvPr/>
        </p:nvSpPr>
        <p:spPr>
          <a:xfrm>
            <a:off x="10624457" y="2537927"/>
            <a:ext cx="1244082" cy="895739"/>
          </a:xfrm>
          <a:prstGeom prst="lineInv">
            <a:avLst/>
          </a:prstGeom>
          <a:solidFill>
            <a:srgbClr val="DBEAFE"/>
          </a:solidFill>
          <a:ln w="12700">
            <a:solidFill>
              <a:srgbClr val="1D4ED8"/>
            </a:solidFill>
            <a:prstDash val="solid"/>
          </a:ln>
        </p:spPr>
      </p:sp>
      <p:sp>
        <p:nvSpPr>
          <p:cNvPr id="1243" name="Text 29-s5"/>
          <p:cNvSpPr txBox="1"/>
          <p:nvPr/>
        </p:nvSpPr>
        <p:spPr>
          <a:xfrm>
            <a:off x="10400522" y="3483429"/>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lineInv</a:t>
            </a:r>
            <a:endParaRPr lang="ja-JP" sz="880" dirty="0"/>
          </a:p>
        </p:txBody>
      </p:sp>
      <p:sp>
        <p:nvSpPr>
          <p:cNvPr id="1244" name="mathDivide-s5"/>
          <p:cNvSpPr/>
          <p:nvPr/>
        </p:nvSpPr>
        <p:spPr>
          <a:xfrm>
            <a:off x="472751" y="3981061"/>
            <a:ext cx="1244082" cy="895739"/>
          </a:xfrm>
          <a:prstGeom prst="mathDivide">
            <a:avLst/>
          </a:prstGeom>
          <a:solidFill>
            <a:srgbClr val="DBEAFE"/>
          </a:solidFill>
          <a:ln w="12700">
            <a:solidFill>
              <a:srgbClr val="1D4ED8"/>
            </a:solidFill>
            <a:prstDash val="solid"/>
          </a:ln>
        </p:spPr>
      </p:sp>
      <p:sp>
        <p:nvSpPr>
          <p:cNvPr id="1245" name="Text 31-s5"/>
          <p:cNvSpPr txBox="1"/>
          <p:nvPr/>
        </p:nvSpPr>
        <p:spPr>
          <a:xfrm>
            <a:off x="248816" y="4926563"/>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mathDivide</a:t>
            </a:r>
            <a:endParaRPr lang="ja-JP" sz="880" dirty="0"/>
          </a:p>
        </p:txBody>
      </p:sp>
      <p:sp>
        <p:nvSpPr>
          <p:cNvPr id="1246" name="mathEqual-s5"/>
          <p:cNvSpPr/>
          <p:nvPr/>
        </p:nvSpPr>
        <p:spPr>
          <a:xfrm>
            <a:off x="2164702" y="3981061"/>
            <a:ext cx="1244082" cy="895739"/>
          </a:xfrm>
          <a:prstGeom prst="mathEqual">
            <a:avLst/>
          </a:prstGeom>
          <a:solidFill>
            <a:srgbClr val="DBEAFE"/>
          </a:solidFill>
          <a:ln w="12700">
            <a:solidFill>
              <a:srgbClr val="1D4ED8"/>
            </a:solidFill>
            <a:prstDash val="solid"/>
          </a:ln>
        </p:spPr>
      </p:sp>
      <p:sp>
        <p:nvSpPr>
          <p:cNvPr id="1247" name="Text 33-s5"/>
          <p:cNvSpPr txBox="1"/>
          <p:nvPr/>
        </p:nvSpPr>
        <p:spPr>
          <a:xfrm>
            <a:off x="1940767" y="4926563"/>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mathEqual</a:t>
            </a:r>
            <a:endParaRPr lang="ja-JP" sz="880" dirty="0"/>
          </a:p>
        </p:txBody>
      </p:sp>
      <p:sp>
        <p:nvSpPr>
          <p:cNvPr id="1248" name="mathMinus-s5"/>
          <p:cNvSpPr/>
          <p:nvPr/>
        </p:nvSpPr>
        <p:spPr>
          <a:xfrm>
            <a:off x="3856653" y="3981061"/>
            <a:ext cx="1244082" cy="895739"/>
          </a:xfrm>
          <a:prstGeom prst="mathMinus">
            <a:avLst/>
          </a:prstGeom>
          <a:solidFill>
            <a:srgbClr val="DBEAFE"/>
          </a:solidFill>
          <a:ln w="12700">
            <a:solidFill>
              <a:srgbClr val="1D4ED8"/>
            </a:solidFill>
            <a:prstDash val="solid"/>
          </a:ln>
        </p:spPr>
      </p:sp>
      <p:sp>
        <p:nvSpPr>
          <p:cNvPr id="1249" name="Text 35-s5"/>
          <p:cNvSpPr txBox="1"/>
          <p:nvPr/>
        </p:nvSpPr>
        <p:spPr>
          <a:xfrm>
            <a:off x="3632718" y="4926563"/>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mathMinus</a:t>
            </a:r>
            <a:endParaRPr lang="ja-JP" sz="880" dirty="0"/>
          </a:p>
        </p:txBody>
      </p:sp>
      <p:sp>
        <p:nvSpPr>
          <p:cNvPr id="1250" name="mathMultiply-s5"/>
          <p:cNvSpPr/>
          <p:nvPr/>
        </p:nvSpPr>
        <p:spPr>
          <a:xfrm>
            <a:off x="5548604" y="3981061"/>
            <a:ext cx="1244082" cy="895739"/>
          </a:xfrm>
          <a:prstGeom prst="mathMultiply">
            <a:avLst/>
          </a:prstGeom>
          <a:solidFill>
            <a:srgbClr val="DBEAFE"/>
          </a:solidFill>
          <a:ln w="12700">
            <a:solidFill>
              <a:srgbClr val="1D4ED8"/>
            </a:solidFill>
            <a:prstDash val="solid"/>
          </a:ln>
        </p:spPr>
      </p:sp>
      <p:sp>
        <p:nvSpPr>
          <p:cNvPr id="1251" name="Text 37-s5"/>
          <p:cNvSpPr txBox="1"/>
          <p:nvPr/>
        </p:nvSpPr>
        <p:spPr>
          <a:xfrm>
            <a:off x="5324669" y="4926563"/>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mathMultiply</a:t>
            </a:r>
            <a:endParaRPr lang="ja-JP" sz="880" dirty="0"/>
          </a:p>
        </p:txBody>
      </p:sp>
      <p:sp>
        <p:nvSpPr>
          <p:cNvPr id="1252" name="mathNotEqual-s5"/>
          <p:cNvSpPr/>
          <p:nvPr/>
        </p:nvSpPr>
        <p:spPr>
          <a:xfrm>
            <a:off x="7240555" y="3981061"/>
            <a:ext cx="1244082" cy="895739"/>
          </a:xfrm>
          <a:prstGeom prst="mathNotEqual">
            <a:avLst/>
          </a:prstGeom>
          <a:solidFill>
            <a:srgbClr val="DBEAFE"/>
          </a:solidFill>
          <a:ln w="12700">
            <a:solidFill>
              <a:srgbClr val="1D4ED8"/>
            </a:solidFill>
            <a:prstDash val="solid"/>
          </a:ln>
        </p:spPr>
      </p:sp>
      <p:sp>
        <p:nvSpPr>
          <p:cNvPr id="1253" name="Text 39-s5"/>
          <p:cNvSpPr txBox="1"/>
          <p:nvPr/>
        </p:nvSpPr>
        <p:spPr>
          <a:xfrm>
            <a:off x="7016620" y="4926563"/>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mathNotEqual</a:t>
            </a:r>
            <a:endParaRPr lang="ja-JP" sz="880" dirty="0"/>
          </a:p>
        </p:txBody>
      </p:sp>
      <p:sp>
        <p:nvSpPr>
          <p:cNvPr id="1254" name="mathPlus-s5"/>
          <p:cNvSpPr/>
          <p:nvPr/>
        </p:nvSpPr>
        <p:spPr>
          <a:xfrm>
            <a:off x="8932506" y="3981061"/>
            <a:ext cx="1244082" cy="895739"/>
          </a:xfrm>
          <a:prstGeom prst="mathPlus">
            <a:avLst/>
          </a:prstGeom>
          <a:solidFill>
            <a:srgbClr val="DBEAFE"/>
          </a:solidFill>
          <a:ln w="12700">
            <a:solidFill>
              <a:srgbClr val="1D4ED8"/>
            </a:solidFill>
            <a:prstDash val="solid"/>
          </a:ln>
        </p:spPr>
      </p:sp>
      <p:sp>
        <p:nvSpPr>
          <p:cNvPr id="1255" name="Text 41-s5"/>
          <p:cNvSpPr txBox="1"/>
          <p:nvPr/>
        </p:nvSpPr>
        <p:spPr>
          <a:xfrm>
            <a:off x="8708571" y="4926563"/>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mathPlus</a:t>
            </a:r>
            <a:endParaRPr lang="ja-JP" sz="880" dirty="0"/>
          </a:p>
        </p:txBody>
      </p:sp>
      <p:sp>
        <p:nvSpPr>
          <p:cNvPr id="1256" name="moon-s5"/>
          <p:cNvSpPr/>
          <p:nvPr/>
        </p:nvSpPr>
        <p:spPr>
          <a:xfrm>
            <a:off x="10624457" y="3981061"/>
            <a:ext cx="1244082" cy="895739"/>
          </a:xfrm>
          <a:prstGeom prst="moon">
            <a:avLst/>
          </a:prstGeom>
          <a:solidFill>
            <a:srgbClr val="DBEAFE"/>
          </a:solidFill>
          <a:ln w="12700">
            <a:solidFill>
              <a:srgbClr val="1D4ED8"/>
            </a:solidFill>
            <a:prstDash val="solid"/>
          </a:ln>
        </p:spPr>
      </p:sp>
      <p:sp>
        <p:nvSpPr>
          <p:cNvPr id="1257" name="Text 43-s5"/>
          <p:cNvSpPr txBox="1"/>
          <p:nvPr/>
        </p:nvSpPr>
        <p:spPr>
          <a:xfrm>
            <a:off x="10400522" y="4926563"/>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moon</a:t>
            </a:r>
            <a:endParaRPr lang="ja-JP" sz="880" dirty="0"/>
          </a:p>
        </p:txBody>
      </p:sp>
      <p:sp>
        <p:nvSpPr>
          <p:cNvPr id="1258" name="noSmoking-s5"/>
          <p:cNvSpPr/>
          <p:nvPr/>
        </p:nvSpPr>
        <p:spPr>
          <a:xfrm>
            <a:off x="472751" y="5424196"/>
            <a:ext cx="1244082" cy="895739"/>
          </a:xfrm>
          <a:prstGeom prst="noSmoking">
            <a:avLst/>
          </a:prstGeom>
          <a:solidFill>
            <a:srgbClr val="DBEAFE"/>
          </a:solidFill>
          <a:ln w="12700">
            <a:solidFill>
              <a:srgbClr val="1D4ED8"/>
            </a:solidFill>
            <a:prstDash val="solid"/>
          </a:ln>
        </p:spPr>
      </p:sp>
      <p:sp>
        <p:nvSpPr>
          <p:cNvPr id="1259" name="Text 45-s5"/>
          <p:cNvSpPr txBox="1"/>
          <p:nvPr/>
        </p:nvSpPr>
        <p:spPr>
          <a:xfrm>
            <a:off x="248816" y="6369698"/>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noSmoking</a:t>
            </a:r>
            <a:endParaRPr lang="ja-JP" sz="880" dirty="0"/>
          </a:p>
        </p:txBody>
      </p:sp>
      <p:sp>
        <p:nvSpPr>
          <p:cNvPr id="1260" name="nonIsoscelesTrapezoid-s5"/>
          <p:cNvSpPr/>
          <p:nvPr/>
        </p:nvSpPr>
        <p:spPr>
          <a:xfrm>
            <a:off x="2164702" y="5424196"/>
            <a:ext cx="1244082" cy="895739"/>
          </a:xfrm>
          <a:prstGeom prst="nonIsoscelesTrapezoid">
            <a:avLst/>
          </a:prstGeom>
          <a:solidFill>
            <a:srgbClr val="DBEAFE"/>
          </a:solidFill>
          <a:ln w="12700">
            <a:solidFill>
              <a:srgbClr val="1D4ED8"/>
            </a:solidFill>
            <a:prstDash val="solid"/>
          </a:ln>
        </p:spPr>
      </p:sp>
      <p:sp>
        <p:nvSpPr>
          <p:cNvPr id="1261" name="Text 47-s5"/>
          <p:cNvSpPr txBox="1"/>
          <p:nvPr/>
        </p:nvSpPr>
        <p:spPr>
          <a:xfrm>
            <a:off x="1940767" y="6369698"/>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nonIsoscelesTrapezoid</a:t>
            </a:r>
            <a:endParaRPr lang="ja-JP" sz="880" dirty="0"/>
          </a:p>
        </p:txBody>
      </p:sp>
      <p:sp>
        <p:nvSpPr>
          <p:cNvPr id="1262" name="notchedRightArrow-s5"/>
          <p:cNvSpPr/>
          <p:nvPr/>
        </p:nvSpPr>
        <p:spPr>
          <a:xfrm>
            <a:off x="3856653" y="5424196"/>
            <a:ext cx="1244082" cy="895739"/>
          </a:xfrm>
          <a:prstGeom prst="notchedRightArrow">
            <a:avLst/>
          </a:prstGeom>
          <a:solidFill>
            <a:srgbClr val="DBEAFE"/>
          </a:solidFill>
          <a:ln w="12700">
            <a:solidFill>
              <a:srgbClr val="1D4ED8"/>
            </a:solidFill>
            <a:prstDash val="solid"/>
          </a:ln>
        </p:spPr>
      </p:sp>
      <p:sp>
        <p:nvSpPr>
          <p:cNvPr id="1263" name="Text 49-s5"/>
          <p:cNvSpPr txBox="1"/>
          <p:nvPr/>
        </p:nvSpPr>
        <p:spPr>
          <a:xfrm>
            <a:off x="3632718" y="6369698"/>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notchedRightArrow</a:t>
            </a:r>
            <a:endParaRPr lang="ja-JP" sz="880" dirty="0"/>
          </a:p>
        </p:txBody>
      </p:sp>
      <p:sp>
        <p:nvSpPr>
          <p:cNvPr id="1264" name="octagon-s5"/>
          <p:cNvSpPr/>
          <p:nvPr/>
        </p:nvSpPr>
        <p:spPr>
          <a:xfrm>
            <a:off x="5548604" y="5424196"/>
            <a:ext cx="1244082" cy="895739"/>
          </a:xfrm>
          <a:prstGeom prst="octagon">
            <a:avLst/>
          </a:prstGeom>
          <a:solidFill>
            <a:srgbClr val="DBEAFE"/>
          </a:solidFill>
          <a:ln w="12700">
            <a:solidFill>
              <a:srgbClr val="1D4ED8"/>
            </a:solidFill>
            <a:prstDash val="solid"/>
          </a:ln>
        </p:spPr>
      </p:sp>
      <p:sp>
        <p:nvSpPr>
          <p:cNvPr id="1265" name="Text 51-s5"/>
          <p:cNvSpPr txBox="1"/>
          <p:nvPr/>
        </p:nvSpPr>
        <p:spPr>
          <a:xfrm>
            <a:off x="5324669" y="6369698"/>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octagon</a:t>
            </a:r>
            <a:endParaRPr lang="ja-JP" sz="880" dirty="0"/>
          </a:p>
        </p:txBody>
      </p:sp>
      <p:sp>
        <p:nvSpPr>
          <p:cNvPr id="1266" name="parallelogram-s5"/>
          <p:cNvSpPr/>
          <p:nvPr/>
        </p:nvSpPr>
        <p:spPr>
          <a:xfrm>
            <a:off x="7240555" y="5424196"/>
            <a:ext cx="1244082" cy="895739"/>
          </a:xfrm>
          <a:prstGeom prst="parallelogram">
            <a:avLst/>
          </a:prstGeom>
          <a:solidFill>
            <a:srgbClr val="DBEAFE"/>
          </a:solidFill>
          <a:ln w="12700">
            <a:solidFill>
              <a:srgbClr val="1D4ED8"/>
            </a:solidFill>
            <a:prstDash val="solid"/>
          </a:ln>
        </p:spPr>
      </p:sp>
      <p:sp>
        <p:nvSpPr>
          <p:cNvPr id="1267" name="Text 53-s5"/>
          <p:cNvSpPr txBox="1"/>
          <p:nvPr/>
        </p:nvSpPr>
        <p:spPr>
          <a:xfrm>
            <a:off x="7016620" y="6369698"/>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parallelogram</a:t>
            </a:r>
            <a:endParaRPr lang="ja-JP" sz="880" dirty="0"/>
          </a:p>
        </p:txBody>
      </p:sp>
      <p:sp>
        <p:nvSpPr>
          <p:cNvPr id="1268" name="pentagon-s5"/>
          <p:cNvSpPr/>
          <p:nvPr/>
        </p:nvSpPr>
        <p:spPr>
          <a:xfrm>
            <a:off x="8932506" y="5424196"/>
            <a:ext cx="1244082" cy="895739"/>
          </a:xfrm>
          <a:prstGeom prst="pentagon">
            <a:avLst/>
          </a:prstGeom>
          <a:solidFill>
            <a:srgbClr val="DBEAFE"/>
          </a:solidFill>
          <a:ln w="12700">
            <a:solidFill>
              <a:srgbClr val="1D4ED8"/>
            </a:solidFill>
            <a:prstDash val="solid"/>
          </a:ln>
        </p:spPr>
      </p:sp>
      <p:sp>
        <p:nvSpPr>
          <p:cNvPr id="1269" name="Text 55-s5"/>
          <p:cNvSpPr txBox="1"/>
          <p:nvPr/>
        </p:nvSpPr>
        <p:spPr>
          <a:xfrm>
            <a:off x="8708571" y="6369698"/>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pentagon</a:t>
            </a:r>
            <a:endParaRPr lang="ja-JP" sz="880" dirty="0"/>
          </a:p>
        </p:txBody>
      </p:sp>
      <p:sp>
        <p:nvSpPr>
          <p:cNvPr id="1270" name="pie-s6"/>
          <p:cNvSpPr/>
          <p:nvPr/>
        </p:nvSpPr>
        <p:spPr>
          <a:xfrm>
            <a:off x="472751" y="1094792"/>
            <a:ext cx="1244082" cy="895739"/>
          </a:xfrm>
          <a:prstGeom prst="pie">
            <a:avLst/>
          </a:prstGeom>
          <a:solidFill>
            <a:srgbClr val="DBEAFE"/>
          </a:solidFill>
          <a:ln w="12700">
            <a:solidFill>
              <a:srgbClr val="1D4ED8"/>
            </a:solidFill>
            <a:prstDash val="solid"/>
          </a:ln>
        </p:spPr>
      </p:sp>
      <p:sp>
        <p:nvSpPr>
          <p:cNvPr id="1271" name="Text 3-s6"/>
          <p:cNvSpPr txBox="1"/>
          <p:nvPr/>
        </p:nvSpPr>
        <p:spPr>
          <a:xfrm>
            <a:off x="248816" y="2040294"/>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pie</a:t>
            </a:r>
            <a:endParaRPr lang="ja-JP" sz="880" dirty="0"/>
          </a:p>
        </p:txBody>
      </p:sp>
      <p:sp>
        <p:nvSpPr>
          <p:cNvPr id="1272" name="pieWedge-s6"/>
          <p:cNvSpPr/>
          <p:nvPr/>
        </p:nvSpPr>
        <p:spPr>
          <a:xfrm>
            <a:off x="2164702" y="1094792"/>
            <a:ext cx="1244082" cy="895739"/>
          </a:xfrm>
          <a:prstGeom prst="pieWedge">
            <a:avLst/>
          </a:prstGeom>
          <a:solidFill>
            <a:srgbClr val="DBEAFE"/>
          </a:solidFill>
          <a:ln w="12700">
            <a:solidFill>
              <a:srgbClr val="1D4ED8"/>
            </a:solidFill>
            <a:prstDash val="solid"/>
          </a:ln>
        </p:spPr>
      </p:sp>
      <p:sp>
        <p:nvSpPr>
          <p:cNvPr id="1273" name="Text 5-s6"/>
          <p:cNvSpPr txBox="1"/>
          <p:nvPr/>
        </p:nvSpPr>
        <p:spPr>
          <a:xfrm>
            <a:off x="1940767" y="2040294"/>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pieWedge</a:t>
            </a:r>
            <a:endParaRPr lang="ja-JP" sz="880" dirty="0"/>
          </a:p>
        </p:txBody>
      </p:sp>
      <p:sp>
        <p:nvSpPr>
          <p:cNvPr id="1274" name="plaque-s6"/>
          <p:cNvSpPr/>
          <p:nvPr/>
        </p:nvSpPr>
        <p:spPr>
          <a:xfrm>
            <a:off x="3856653" y="1094792"/>
            <a:ext cx="1244082" cy="895739"/>
          </a:xfrm>
          <a:prstGeom prst="plaque">
            <a:avLst/>
          </a:prstGeom>
          <a:solidFill>
            <a:srgbClr val="DBEAFE"/>
          </a:solidFill>
          <a:ln w="12700">
            <a:solidFill>
              <a:srgbClr val="1D4ED8"/>
            </a:solidFill>
            <a:prstDash val="solid"/>
          </a:ln>
        </p:spPr>
      </p:sp>
      <p:sp>
        <p:nvSpPr>
          <p:cNvPr id="1275" name="Text 7-s6"/>
          <p:cNvSpPr txBox="1"/>
          <p:nvPr/>
        </p:nvSpPr>
        <p:spPr>
          <a:xfrm>
            <a:off x="3632718" y="2040294"/>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plaque</a:t>
            </a:r>
            <a:endParaRPr lang="ja-JP" sz="880" dirty="0"/>
          </a:p>
        </p:txBody>
      </p:sp>
      <p:sp>
        <p:nvSpPr>
          <p:cNvPr id="1276" name="plaqueTabs-s6"/>
          <p:cNvSpPr/>
          <p:nvPr/>
        </p:nvSpPr>
        <p:spPr>
          <a:xfrm>
            <a:off x="5548604" y="1094792"/>
            <a:ext cx="1244082" cy="895739"/>
          </a:xfrm>
          <a:prstGeom prst="plaqueTabs">
            <a:avLst/>
          </a:prstGeom>
          <a:solidFill>
            <a:srgbClr val="DBEAFE"/>
          </a:solidFill>
          <a:ln w="12700">
            <a:solidFill>
              <a:srgbClr val="1D4ED8"/>
            </a:solidFill>
            <a:prstDash val="solid"/>
          </a:ln>
        </p:spPr>
      </p:sp>
      <p:sp>
        <p:nvSpPr>
          <p:cNvPr id="1277" name="Text 9-s6"/>
          <p:cNvSpPr txBox="1"/>
          <p:nvPr/>
        </p:nvSpPr>
        <p:spPr>
          <a:xfrm>
            <a:off x="5324669" y="2040294"/>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plaqueTabs</a:t>
            </a:r>
            <a:endParaRPr lang="ja-JP" sz="880" dirty="0"/>
          </a:p>
        </p:txBody>
      </p:sp>
      <p:sp>
        <p:nvSpPr>
          <p:cNvPr id="1278" name="plus-s6"/>
          <p:cNvSpPr/>
          <p:nvPr/>
        </p:nvSpPr>
        <p:spPr>
          <a:xfrm>
            <a:off x="7240555" y="1094792"/>
            <a:ext cx="1244082" cy="895739"/>
          </a:xfrm>
          <a:prstGeom prst="plus">
            <a:avLst/>
          </a:prstGeom>
          <a:solidFill>
            <a:srgbClr val="DBEAFE"/>
          </a:solidFill>
          <a:ln w="12700">
            <a:solidFill>
              <a:srgbClr val="1D4ED8"/>
            </a:solidFill>
            <a:prstDash val="solid"/>
          </a:ln>
        </p:spPr>
      </p:sp>
      <p:sp>
        <p:nvSpPr>
          <p:cNvPr id="1279" name="Text 11-s6"/>
          <p:cNvSpPr txBox="1"/>
          <p:nvPr/>
        </p:nvSpPr>
        <p:spPr>
          <a:xfrm>
            <a:off x="7016620" y="2040294"/>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plus</a:t>
            </a:r>
            <a:endParaRPr lang="ja-JP" sz="880" dirty="0"/>
          </a:p>
        </p:txBody>
      </p:sp>
      <p:sp>
        <p:nvSpPr>
          <p:cNvPr id="1280" name="quadArrow-s6"/>
          <p:cNvSpPr/>
          <p:nvPr/>
        </p:nvSpPr>
        <p:spPr>
          <a:xfrm>
            <a:off x="8932506" y="1094792"/>
            <a:ext cx="1244082" cy="895739"/>
          </a:xfrm>
          <a:prstGeom prst="quadArrow">
            <a:avLst/>
          </a:prstGeom>
          <a:solidFill>
            <a:srgbClr val="DBEAFE"/>
          </a:solidFill>
          <a:ln w="12700">
            <a:solidFill>
              <a:srgbClr val="1D4ED8"/>
            </a:solidFill>
            <a:prstDash val="solid"/>
          </a:ln>
        </p:spPr>
      </p:sp>
      <p:sp>
        <p:nvSpPr>
          <p:cNvPr id="1281" name="Text 13-s6"/>
          <p:cNvSpPr txBox="1"/>
          <p:nvPr/>
        </p:nvSpPr>
        <p:spPr>
          <a:xfrm>
            <a:off x="8708571" y="2040294"/>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quadArrow</a:t>
            </a:r>
            <a:endParaRPr lang="ja-JP" sz="880" dirty="0"/>
          </a:p>
        </p:txBody>
      </p:sp>
      <p:sp>
        <p:nvSpPr>
          <p:cNvPr id="1282" name="quadArrowCallout-s6"/>
          <p:cNvSpPr/>
          <p:nvPr/>
        </p:nvSpPr>
        <p:spPr>
          <a:xfrm>
            <a:off x="10624457" y="1094792"/>
            <a:ext cx="1244082" cy="895739"/>
          </a:xfrm>
          <a:prstGeom prst="quadArrowCallout">
            <a:avLst/>
          </a:prstGeom>
          <a:solidFill>
            <a:srgbClr val="DBEAFE"/>
          </a:solidFill>
          <a:ln w="12700">
            <a:solidFill>
              <a:srgbClr val="1D4ED8"/>
            </a:solidFill>
            <a:prstDash val="solid"/>
          </a:ln>
        </p:spPr>
      </p:sp>
      <p:sp>
        <p:nvSpPr>
          <p:cNvPr id="1283" name="Text 15-s6"/>
          <p:cNvSpPr txBox="1"/>
          <p:nvPr/>
        </p:nvSpPr>
        <p:spPr>
          <a:xfrm>
            <a:off x="10400522" y="2040294"/>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quadArrowCallout</a:t>
            </a:r>
            <a:endParaRPr lang="ja-JP" sz="880" dirty="0"/>
          </a:p>
        </p:txBody>
      </p:sp>
      <p:sp>
        <p:nvSpPr>
          <p:cNvPr id="1284" name="rect-s6"/>
          <p:cNvSpPr/>
          <p:nvPr/>
        </p:nvSpPr>
        <p:spPr>
          <a:xfrm>
            <a:off x="472751" y="2537927"/>
            <a:ext cx="1244082" cy="895739"/>
          </a:xfrm>
          <a:prstGeom prst="rect">
            <a:avLst/>
          </a:prstGeom>
          <a:solidFill>
            <a:srgbClr val="DBEAFE"/>
          </a:solidFill>
          <a:ln w="12700">
            <a:solidFill>
              <a:srgbClr val="1D4ED8"/>
            </a:solidFill>
            <a:prstDash val="solid"/>
          </a:ln>
        </p:spPr>
        <p:txBody>
          <a:bodyPr wrap="square" lIns="99060" tIns="0" rIns="99060" bIns="0" rtlCol="0" anchor="ctr">
            <a:normAutofit/>
          </a:bodyPr>
          <a:lstStyle/>
          <a:p>
            <a:pPr algn="ctr" indent="0" marL="0">
              <a:lnSpc>
                <a:spcPct val="150000"/>
              </a:lnSpc>
              <a:buNone/>
            </a:pPr>
            <a:r>
              <a:rPr lang="ja-JP" altLang="en-US" sz="1180" dirty="0">
                <a:solidFill>
                  <a:srgbClr val="000000"/>
                </a:solidFill>
                <a:latin typeface="游ゴシック" pitchFamily="34" charset="0"/>
                <a:ea typeface="游ゴシック" pitchFamily="34" charset="-122"/>
                <a:cs typeface="游ゴシック" pitchFamily="34" charset="-120"/>
              </a:rPr>
              <a:t>文字</a:t>
            </a:r>
            <a:endParaRPr lang="ja-JP" sz="1180" dirty="0"/>
          </a:p>
        </p:txBody>
      </p:sp>
      <p:sp>
        <p:nvSpPr>
          <p:cNvPr id="1285" name="Text 17-s6"/>
          <p:cNvSpPr txBox="1"/>
          <p:nvPr/>
        </p:nvSpPr>
        <p:spPr>
          <a:xfrm>
            <a:off x="248816" y="3483429"/>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rect</a:t>
            </a:r>
            <a:endParaRPr lang="ja-JP" sz="880" dirty="0"/>
          </a:p>
        </p:txBody>
      </p:sp>
      <p:sp>
        <p:nvSpPr>
          <p:cNvPr id="1286" name="ribbon-s6"/>
          <p:cNvSpPr/>
          <p:nvPr/>
        </p:nvSpPr>
        <p:spPr>
          <a:xfrm>
            <a:off x="2164702" y="2537927"/>
            <a:ext cx="1244082" cy="895739"/>
          </a:xfrm>
          <a:prstGeom prst="ribbon">
            <a:avLst/>
          </a:prstGeom>
          <a:solidFill>
            <a:srgbClr val="DBEAFE"/>
          </a:solidFill>
          <a:ln w="12700">
            <a:solidFill>
              <a:srgbClr val="1D4ED8"/>
            </a:solidFill>
            <a:prstDash val="solid"/>
          </a:ln>
        </p:spPr>
      </p:sp>
      <p:sp>
        <p:nvSpPr>
          <p:cNvPr id="1287" name="Text 19-s6"/>
          <p:cNvSpPr txBox="1"/>
          <p:nvPr/>
        </p:nvSpPr>
        <p:spPr>
          <a:xfrm>
            <a:off x="1940767" y="3483429"/>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ribbon</a:t>
            </a:r>
            <a:endParaRPr lang="ja-JP" sz="880" dirty="0"/>
          </a:p>
        </p:txBody>
      </p:sp>
      <p:sp>
        <p:nvSpPr>
          <p:cNvPr id="1288" name="ribbon2-s6"/>
          <p:cNvSpPr/>
          <p:nvPr/>
        </p:nvSpPr>
        <p:spPr>
          <a:xfrm>
            <a:off x="3856653" y="2537927"/>
            <a:ext cx="1244082" cy="895739"/>
          </a:xfrm>
          <a:prstGeom prst="ribbon2">
            <a:avLst/>
          </a:prstGeom>
          <a:solidFill>
            <a:srgbClr val="DBEAFE"/>
          </a:solidFill>
          <a:ln w="12700">
            <a:solidFill>
              <a:srgbClr val="1D4ED8"/>
            </a:solidFill>
            <a:prstDash val="solid"/>
          </a:ln>
        </p:spPr>
      </p:sp>
      <p:sp>
        <p:nvSpPr>
          <p:cNvPr id="1289" name="Text 21-s6"/>
          <p:cNvSpPr txBox="1"/>
          <p:nvPr/>
        </p:nvSpPr>
        <p:spPr>
          <a:xfrm>
            <a:off x="3632718" y="3483429"/>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ribbon2</a:t>
            </a:r>
            <a:endParaRPr lang="ja-JP" sz="880" dirty="0"/>
          </a:p>
        </p:txBody>
      </p:sp>
      <p:sp>
        <p:nvSpPr>
          <p:cNvPr id="1290" name="rightArrow-s6"/>
          <p:cNvSpPr/>
          <p:nvPr/>
        </p:nvSpPr>
        <p:spPr>
          <a:xfrm>
            <a:off x="5548604" y="2537927"/>
            <a:ext cx="1244082" cy="895739"/>
          </a:xfrm>
          <a:prstGeom prst="rightArrow">
            <a:avLst/>
          </a:prstGeom>
          <a:solidFill>
            <a:srgbClr val="DBEAFE"/>
          </a:solidFill>
          <a:ln w="12700">
            <a:solidFill>
              <a:srgbClr val="1D4ED8"/>
            </a:solidFill>
            <a:prstDash val="solid"/>
          </a:ln>
        </p:spPr>
        <p:txBody>
          <a:bodyPr wrap="square" lIns="99060" tIns="0" rIns="99060" bIns="0" rtlCol="0" anchor="ctr">
            <a:normAutofit/>
          </a:bodyPr>
          <a:lstStyle/>
          <a:p>
            <a:pPr algn="ctr" indent="0" marL="0">
              <a:lnSpc>
                <a:spcPct val="150000"/>
              </a:lnSpc>
              <a:spcBef>
                <a:spcPts val="1760"/>
              </a:spcBef>
              <a:spcAft>
                <a:spcPts val="1760"/>
              </a:spcAft>
              <a:buNone/>
            </a:pPr>
            <a:r>
              <a:rPr lang="ja-JP" altLang="en-US" sz="1180" dirty="0">
                <a:solidFill>
                  <a:srgbClr val="000000"/>
                </a:solidFill>
                <a:latin typeface="游ゴシック" pitchFamily="34" charset="0"/>
                <a:ea typeface="游ゴシック" pitchFamily="34" charset="-122"/>
                <a:cs typeface="游ゴシック" pitchFamily="34" charset="-120"/>
              </a:rPr>
              <a:t>次へ</a:t>
            </a:r>
            <a:endParaRPr lang="ja-JP" sz="1180" dirty="0"/>
          </a:p>
        </p:txBody>
      </p:sp>
      <p:sp>
        <p:nvSpPr>
          <p:cNvPr id="1291" name="Text 23-s6"/>
          <p:cNvSpPr txBox="1"/>
          <p:nvPr/>
        </p:nvSpPr>
        <p:spPr>
          <a:xfrm>
            <a:off x="5324669" y="3483429"/>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rightArrow</a:t>
            </a:r>
            <a:endParaRPr lang="ja-JP" sz="880" dirty="0"/>
          </a:p>
        </p:txBody>
      </p:sp>
      <p:sp>
        <p:nvSpPr>
          <p:cNvPr id="1292" name="rightArrowCallout-s6"/>
          <p:cNvSpPr/>
          <p:nvPr/>
        </p:nvSpPr>
        <p:spPr>
          <a:xfrm>
            <a:off x="7240555" y="2537927"/>
            <a:ext cx="1244082" cy="895739"/>
          </a:xfrm>
          <a:prstGeom prst="rightArrowCallout">
            <a:avLst/>
          </a:prstGeom>
          <a:solidFill>
            <a:srgbClr val="DBEAFE"/>
          </a:solidFill>
          <a:ln w="12700">
            <a:solidFill>
              <a:srgbClr val="1D4ED8"/>
            </a:solidFill>
            <a:prstDash val="solid"/>
          </a:ln>
        </p:spPr>
      </p:sp>
      <p:sp>
        <p:nvSpPr>
          <p:cNvPr id="1293" name="Text 25-s6"/>
          <p:cNvSpPr txBox="1"/>
          <p:nvPr/>
        </p:nvSpPr>
        <p:spPr>
          <a:xfrm>
            <a:off x="7016620" y="3483429"/>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rightArrowCallout</a:t>
            </a:r>
            <a:endParaRPr lang="ja-JP" sz="880" dirty="0"/>
          </a:p>
        </p:txBody>
      </p:sp>
      <p:sp>
        <p:nvSpPr>
          <p:cNvPr id="1294" name="rightBrace-s6"/>
          <p:cNvSpPr/>
          <p:nvPr/>
        </p:nvSpPr>
        <p:spPr>
          <a:xfrm>
            <a:off x="8932506" y="2537927"/>
            <a:ext cx="1244082" cy="895739"/>
          </a:xfrm>
          <a:prstGeom prst="rightBrace">
            <a:avLst/>
          </a:prstGeom>
          <a:solidFill>
            <a:srgbClr val="DBEAFE"/>
          </a:solidFill>
          <a:ln w="12700">
            <a:solidFill>
              <a:srgbClr val="1D4ED8"/>
            </a:solidFill>
            <a:prstDash val="solid"/>
          </a:ln>
        </p:spPr>
      </p:sp>
      <p:sp>
        <p:nvSpPr>
          <p:cNvPr id="1295" name="Text 27-s6"/>
          <p:cNvSpPr txBox="1"/>
          <p:nvPr/>
        </p:nvSpPr>
        <p:spPr>
          <a:xfrm>
            <a:off x="8708571" y="3483429"/>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rightBrace</a:t>
            </a:r>
            <a:endParaRPr lang="ja-JP" sz="880" dirty="0"/>
          </a:p>
        </p:txBody>
      </p:sp>
      <p:sp>
        <p:nvSpPr>
          <p:cNvPr id="1296" name="rightBracket-s6"/>
          <p:cNvSpPr/>
          <p:nvPr/>
        </p:nvSpPr>
        <p:spPr>
          <a:xfrm>
            <a:off x="10624457" y="2537927"/>
            <a:ext cx="1244082" cy="895739"/>
          </a:xfrm>
          <a:prstGeom prst="rightBracket">
            <a:avLst/>
          </a:prstGeom>
          <a:solidFill>
            <a:srgbClr val="DBEAFE"/>
          </a:solidFill>
          <a:ln w="12700">
            <a:solidFill>
              <a:srgbClr val="1D4ED8"/>
            </a:solidFill>
            <a:prstDash val="solid"/>
          </a:ln>
        </p:spPr>
      </p:sp>
      <p:sp>
        <p:nvSpPr>
          <p:cNvPr id="1297" name="Text 29-s6"/>
          <p:cNvSpPr txBox="1"/>
          <p:nvPr/>
        </p:nvSpPr>
        <p:spPr>
          <a:xfrm>
            <a:off x="10400522" y="3483429"/>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rightBracket</a:t>
            </a:r>
            <a:endParaRPr lang="ja-JP" sz="880" dirty="0"/>
          </a:p>
        </p:txBody>
      </p:sp>
      <p:sp>
        <p:nvSpPr>
          <p:cNvPr id="1298" name="round1Rect-s6"/>
          <p:cNvSpPr/>
          <p:nvPr/>
        </p:nvSpPr>
        <p:spPr>
          <a:xfrm>
            <a:off x="472751" y="3981061"/>
            <a:ext cx="1244082" cy="895739"/>
          </a:xfrm>
          <a:prstGeom prst="round1Rect">
            <a:avLst/>
          </a:prstGeom>
          <a:solidFill>
            <a:srgbClr val="DBEAFE"/>
          </a:solidFill>
          <a:ln w="12700">
            <a:solidFill>
              <a:srgbClr val="1D4ED8"/>
            </a:solidFill>
            <a:prstDash val="solid"/>
          </a:ln>
        </p:spPr>
      </p:sp>
      <p:sp>
        <p:nvSpPr>
          <p:cNvPr id="1299" name="Text 31-s6"/>
          <p:cNvSpPr txBox="1"/>
          <p:nvPr/>
        </p:nvSpPr>
        <p:spPr>
          <a:xfrm>
            <a:off x="248816" y="4926563"/>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round1Rect</a:t>
            </a:r>
            <a:endParaRPr lang="ja-JP" sz="880" dirty="0"/>
          </a:p>
        </p:txBody>
      </p:sp>
      <p:sp>
        <p:nvSpPr>
          <p:cNvPr id="1300" name="round2DiagRect-s6"/>
          <p:cNvSpPr/>
          <p:nvPr/>
        </p:nvSpPr>
        <p:spPr>
          <a:xfrm>
            <a:off x="2164702" y="3981061"/>
            <a:ext cx="1244082" cy="895739"/>
          </a:xfrm>
          <a:prstGeom prst="round2DiagRect">
            <a:avLst/>
          </a:prstGeom>
          <a:solidFill>
            <a:srgbClr val="DBEAFE"/>
          </a:solidFill>
          <a:ln w="12700">
            <a:solidFill>
              <a:srgbClr val="1D4ED8"/>
            </a:solidFill>
            <a:prstDash val="solid"/>
          </a:ln>
        </p:spPr>
      </p:sp>
      <p:sp>
        <p:nvSpPr>
          <p:cNvPr id="1301" name="Text 33-s6"/>
          <p:cNvSpPr txBox="1"/>
          <p:nvPr/>
        </p:nvSpPr>
        <p:spPr>
          <a:xfrm>
            <a:off x="1940767" y="4926563"/>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round2DiagRect</a:t>
            </a:r>
            <a:endParaRPr lang="ja-JP" sz="880" dirty="0"/>
          </a:p>
        </p:txBody>
      </p:sp>
      <p:sp>
        <p:nvSpPr>
          <p:cNvPr id="1302" name="round2SameRect-s6"/>
          <p:cNvSpPr/>
          <p:nvPr/>
        </p:nvSpPr>
        <p:spPr>
          <a:xfrm>
            <a:off x="3856653" y="3981061"/>
            <a:ext cx="1244082" cy="895739"/>
          </a:xfrm>
          <a:prstGeom prst="round2SameRect">
            <a:avLst/>
          </a:prstGeom>
          <a:solidFill>
            <a:srgbClr val="DBEAFE"/>
          </a:solidFill>
          <a:ln w="12700">
            <a:solidFill>
              <a:srgbClr val="1D4ED8"/>
            </a:solidFill>
            <a:prstDash val="solid"/>
          </a:ln>
        </p:spPr>
      </p:sp>
      <p:sp>
        <p:nvSpPr>
          <p:cNvPr id="1303" name="Text 35-s6"/>
          <p:cNvSpPr txBox="1"/>
          <p:nvPr/>
        </p:nvSpPr>
        <p:spPr>
          <a:xfrm>
            <a:off x="3632718" y="4926563"/>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round2SameRect</a:t>
            </a:r>
            <a:endParaRPr lang="ja-JP" sz="880" dirty="0"/>
          </a:p>
        </p:txBody>
      </p:sp>
      <p:sp>
        <p:nvSpPr>
          <p:cNvPr id="1304" name="roundRect-s6"/>
          <p:cNvSpPr/>
          <p:nvPr/>
        </p:nvSpPr>
        <p:spPr>
          <a:xfrm>
            <a:off x="5548604" y="3981061"/>
            <a:ext cx="1244082" cy="895739"/>
          </a:xfrm>
          <a:prstGeom prst="roundRect">
            <a:avLst>
              <a:gd name="adj" fmla="val 11111"/>
            </a:avLst>
          </a:prstGeom>
          <a:solidFill>
            <a:srgbClr val="DBEAFE"/>
          </a:solidFill>
          <a:ln w="12700">
            <a:solidFill>
              <a:srgbClr val="1D4ED8"/>
            </a:solidFill>
            <a:prstDash val="solid"/>
          </a:ln>
        </p:spPr>
        <p:txBody>
          <a:bodyPr wrap="square" lIns="99060" tIns="0" rIns="99060" bIns="0" rtlCol="0" anchor="ctr">
            <a:normAutofit/>
          </a:bodyPr>
          <a:lstStyle/>
          <a:p>
            <a:pPr algn="ctr" indent="0" marL="0">
              <a:lnSpc>
                <a:spcPct val="150000"/>
              </a:lnSpc>
              <a:spcBef>
                <a:spcPts val="230"/>
              </a:spcBef>
              <a:spcAft>
                <a:spcPts val="230"/>
              </a:spcAft>
              <a:buNone/>
            </a:pPr>
            <a:r>
              <a:rPr lang="ja-JP" altLang="en-US" sz="1180" dirty="0">
                <a:solidFill>
                  <a:srgbClr val="000000"/>
                </a:solidFill>
                <a:latin typeface="游ゴシック" pitchFamily="34" charset="0"/>
                <a:ea typeface="游ゴシック" pitchFamily="34" charset="-122"/>
                <a:cs typeface="游ゴシック" pitchFamily="34" charset="-120"/>
              </a:rPr>
              <a:t>角丸</a:t>
            </a:r>
            <a:endParaRPr lang="ja-JP" sz="1180" dirty="0"/>
          </a:p>
        </p:txBody>
      </p:sp>
      <p:sp>
        <p:nvSpPr>
          <p:cNvPr id="1305" name="Text 37-s6"/>
          <p:cNvSpPr txBox="1"/>
          <p:nvPr/>
        </p:nvSpPr>
        <p:spPr>
          <a:xfrm>
            <a:off x="5324669" y="4926563"/>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roundRect</a:t>
            </a:r>
            <a:endParaRPr lang="ja-JP" sz="880" dirty="0"/>
          </a:p>
        </p:txBody>
      </p:sp>
      <p:sp>
        <p:nvSpPr>
          <p:cNvPr id="1306" name="rtTriangle-s6"/>
          <p:cNvSpPr/>
          <p:nvPr/>
        </p:nvSpPr>
        <p:spPr>
          <a:xfrm>
            <a:off x="7240555" y="3981061"/>
            <a:ext cx="1244082" cy="895739"/>
          </a:xfrm>
          <a:prstGeom prst="rtTriangle">
            <a:avLst/>
          </a:prstGeom>
          <a:solidFill>
            <a:srgbClr val="DBEAFE"/>
          </a:solidFill>
          <a:ln w="12700">
            <a:solidFill>
              <a:srgbClr val="1D4ED8"/>
            </a:solidFill>
            <a:prstDash val="solid"/>
          </a:ln>
        </p:spPr>
      </p:sp>
      <p:sp>
        <p:nvSpPr>
          <p:cNvPr id="1307" name="Text 39-s6"/>
          <p:cNvSpPr txBox="1"/>
          <p:nvPr/>
        </p:nvSpPr>
        <p:spPr>
          <a:xfrm>
            <a:off x="7016620" y="4926563"/>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rtTriangle</a:t>
            </a:r>
            <a:endParaRPr lang="ja-JP" sz="880" dirty="0"/>
          </a:p>
        </p:txBody>
      </p:sp>
      <p:sp>
        <p:nvSpPr>
          <p:cNvPr id="1308" name="smileyFace-s6"/>
          <p:cNvSpPr/>
          <p:nvPr/>
        </p:nvSpPr>
        <p:spPr>
          <a:xfrm>
            <a:off x="8932506" y="3981061"/>
            <a:ext cx="1244082" cy="895739"/>
          </a:xfrm>
          <a:prstGeom prst="smileyFace">
            <a:avLst/>
          </a:prstGeom>
          <a:solidFill>
            <a:srgbClr val="DBEAFE"/>
          </a:solidFill>
          <a:ln w="12700">
            <a:solidFill>
              <a:srgbClr val="1D4ED8"/>
            </a:solidFill>
            <a:prstDash val="solid"/>
          </a:ln>
        </p:spPr>
      </p:sp>
      <p:sp>
        <p:nvSpPr>
          <p:cNvPr id="1309" name="Text 41-s6"/>
          <p:cNvSpPr txBox="1"/>
          <p:nvPr/>
        </p:nvSpPr>
        <p:spPr>
          <a:xfrm>
            <a:off x="8708571" y="4926563"/>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smileyFace</a:t>
            </a:r>
            <a:endParaRPr lang="ja-JP" sz="880" dirty="0"/>
          </a:p>
        </p:txBody>
      </p:sp>
      <p:sp>
        <p:nvSpPr>
          <p:cNvPr id="1310" name="snip1Rect-s6"/>
          <p:cNvSpPr/>
          <p:nvPr/>
        </p:nvSpPr>
        <p:spPr>
          <a:xfrm>
            <a:off x="10624457" y="3981061"/>
            <a:ext cx="1244082" cy="895739"/>
          </a:xfrm>
          <a:prstGeom prst="snip1Rect">
            <a:avLst/>
          </a:prstGeom>
          <a:solidFill>
            <a:srgbClr val="DBEAFE"/>
          </a:solidFill>
          <a:ln w="12700">
            <a:solidFill>
              <a:srgbClr val="1D4ED8"/>
            </a:solidFill>
            <a:prstDash val="solid"/>
          </a:ln>
        </p:spPr>
      </p:sp>
      <p:sp>
        <p:nvSpPr>
          <p:cNvPr id="1311" name="Text 43-s6"/>
          <p:cNvSpPr txBox="1"/>
          <p:nvPr/>
        </p:nvSpPr>
        <p:spPr>
          <a:xfrm>
            <a:off x="10400522" y="4926563"/>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snip1Rect</a:t>
            </a:r>
            <a:endParaRPr lang="ja-JP" sz="880" dirty="0"/>
          </a:p>
        </p:txBody>
      </p:sp>
      <p:sp>
        <p:nvSpPr>
          <p:cNvPr id="1312" name="snip2DiagRect-s6"/>
          <p:cNvSpPr/>
          <p:nvPr/>
        </p:nvSpPr>
        <p:spPr>
          <a:xfrm>
            <a:off x="472751" y="5424196"/>
            <a:ext cx="1244082" cy="895739"/>
          </a:xfrm>
          <a:prstGeom prst="snip2DiagRect">
            <a:avLst/>
          </a:prstGeom>
          <a:solidFill>
            <a:srgbClr val="DBEAFE"/>
          </a:solidFill>
          <a:ln w="12700">
            <a:solidFill>
              <a:srgbClr val="1D4ED8"/>
            </a:solidFill>
            <a:prstDash val="solid"/>
          </a:ln>
        </p:spPr>
      </p:sp>
      <p:sp>
        <p:nvSpPr>
          <p:cNvPr id="1313" name="Text 45-s6"/>
          <p:cNvSpPr txBox="1"/>
          <p:nvPr/>
        </p:nvSpPr>
        <p:spPr>
          <a:xfrm>
            <a:off x="248816" y="6369698"/>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snip2DiagRect</a:t>
            </a:r>
            <a:endParaRPr lang="ja-JP" sz="880" dirty="0"/>
          </a:p>
        </p:txBody>
      </p:sp>
      <p:sp>
        <p:nvSpPr>
          <p:cNvPr id="1314" name="snip2SameRect-s6"/>
          <p:cNvSpPr/>
          <p:nvPr/>
        </p:nvSpPr>
        <p:spPr>
          <a:xfrm>
            <a:off x="2164702" y="5424196"/>
            <a:ext cx="1244082" cy="895739"/>
          </a:xfrm>
          <a:prstGeom prst="snip2SameRect">
            <a:avLst/>
          </a:prstGeom>
          <a:solidFill>
            <a:srgbClr val="DBEAFE"/>
          </a:solidFill>
          <a:ln w="12700">
            <a:solidFill>
              <a:srgbClr val="1D4ED8"/>
            </a:solidFill>
            <a:prstDash val="solid"/>
          </a:ln>
        </p:spPr>
      </p:sp>
      <p:sp>
        <p:nvSpPr>
          <p:cNvPr id="1315" name="Text 47-s6"/>
          <p:cNvSpPr txBox="1"/>
          <p:nvPr/>
        </p:nvSpPr>
        <p:spPr>
          <a:xfrm>
            <a:off x="1940767" y="6369698"/>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snip2SameRect</a:t>
            </a:r>
            <a:endParaRPr lang="ja-JP" sz="880" dirty="0"/>
          </a:p>
        </p:txBody>
      </p:sp>
      <p:sp>
        <p:nvSpPr>
          <p:cNvPr id="1316" name="snipRoundRect-s6"/>
          <p:cNvSpPr/>
          <p:nvPr/>
        </p:nvSpPr>
        <p:spPr>
          <a:xfrm>
            <a:off x="3856653" y="5424196"/>
            <a:ext cx="1244082" cy="895739"/>
          </a:xfrm>
          <a:prstGeom prst="snipRoundRect">
            <a:avLst/>
          </a:prstGeom>
          <a:solidFill>
            <a:srgbClr val="DBEAFE"/>
          </a:solidFill>
          <a:ln w="12700">
            <a:solidFill>
              <a:srgbClr val="1D4ED8"/>
            </a:solidFill>
            <a:prstDash val="solid"/>
          </a:ln>
        </p:spPr>
      </p:sp>
      <p:sp>
        <p:nvSpPr>
          <p:cNvPr id="1317" name="Text 49-s6"/>
          <p:cNvSpPr txBox="1"/>
          <p:nvPr/>
        </p:nvSpPr>
        <p:spPr>
          <a:xfrm>
            <a:off x="3632718" y="6369698"/>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snipRoundRect</a:t>
            </a:r>
            <a:endParaRPr lang="ja-JP" sz="880" dirty="0"/>
          </a:p>
        </p:txBody>
      </p:sp>
      <p:sp>
        <p:nvSpPr>
          <p:cNvPr id="1318" name="squareTabs-s6"/>
          <p:cNvSpPr/>
          <p:nvPr/>
        </p:nvSpPr>
        <p:spPr>
          <a:xfrm>
            <a:off x="5548604" y="5424196"/>
            <a:ext cx="1244082" cy="895739"/>
          </a:xfrm>
          <a:prstGeom prst="squareTabs">
            <a:avLst/>
          </a:prstGeom>
          <a:solidFill>
            <a:srgbClr val="DBEAFE"/>
          </a:solidFill>
          <a:ln w="12700">
            <a:solidFill>
              <a:srgbClr val="1D4ED8"/>
            </a:solidFill>
            <a:prstDash val="solid"/>
          </a:ln>
        </p:spPr>
      </p:sp>
      <p:sp>
        <p:nvSpPr>
          <p:cNvPr id="1319" name="Text 51-s6"/>
          <p:cNvSpPr txBox="1"/>
          <p:nvPr/>
        </p:nvSpPr>
        <p:spPr>
          <a:xfrm>
            <a:off x="5324669" y="6369698"/>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squareTabs</a:t>
            </a:r>
            <a:endParaRPr lang="ja-JP" sz="880" dirty="0"/>
          </a:p>
        </p:txBody>
      </p:sp>
      <p:sp>
        <p:nvSpPr>
          <p:cNvPr id="1320" name="star10-s6"/>
          <p:cNvSpPr/>
          <p:nvPr/>
        </p:nvSpPr>
        <p:spPr>
          <a:xfrm>
            <a:off x="7240555" y="5424196"/>
            <a:ext cx="1244082" cy="895739"/>
          </a:xfrm>
          <a:prstGeom prst="star10">
            <a:avLst/>
          </a:prstGeom>
          <a:solidFill>
            <a:srgbClr val="DBEAFE"/>
          </a:solidFill>
          <a:ln w="12700">
            <a:solidFill>
              <a:srgbClr val="1D4ED8"/>
            </a:solidFill>
            <a:prstDash val="solid"/>
          </a:ln>
        </p:spPr>
      </p:sp>
      <p:sp>
        <p:nvSpPr>
          <p:cNvPr id="1321" name="Text 53-s6"/>
          <p:cNvSpPr txBox="1"/>
          <p:nvPr/>
        </p:nvSpPr>
        <p:spPr>
          <a:xfrm>
            <a:off x="7016620" y="6369698"/>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star10</a:t>
            </a:r>
            <a:endParaRPr lang="ja-JP" sz="880" dirty="0"/>
          </a:p>
        </p:txBody>
      </p:sp>
      <p:sp>
        <p:nvSpPr>
          <p:cNvPr id="1322" name="star12-s7"/>
          <p:cNvSpPr/>
          <p:nvPr/>
        </p:nvSpPr>
        <p:spPr>
          <a:xfrm>
            <a:off x="472751" y="1094792"/>
            <a:ext cx="1244082" cy="895739"/>
          </a:xfrm>
          <a:prstGeom prst="star12">
            <a:avLst/>
          </a:prstGeom>
          <a:solidFill>
            <a:srgbClr val="DBEAFE"/>
          </a:solidFill>
          <a:ln w="12700">
            <a:solidFill>
              <a:srgbClr val="1D4ED8"/>
            </a:solidFill>
            <a:prstDash val="solid"/>
          </a:ln>
        </p:spPr>
      </p:sp>
      <p:sp>
        <p:nvSpPr>
          <p:cNvPr id="1323" name="Text 3-s7"/>
          <p:cNvSpPr txBox="1"/>
          <p:nvPr/>
        </p:nvSpPr>
        <p:spPr>
          <a:xfrm>
            <a:off x="248816" y="2040294"/>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star12</a:t>
            </a:r>
            <a:endParaRPr lang="ja-JP" sz="880" dirty="0"/>
          </a:p>
        </p:txBody>
      </p:sp>
      <p:sp>
        <p:nvSpPr>
          <p:cNvPr id="1324" name="star16-s7"/>
          <p:cNvSpPr/>
          <p:nvPr/>
        </p:nvSpPr>
        <p:spPr>
          <a:xfrm>
            <a:off x="2164702" y="1094792"/>
            <a:ext cx="1244082" cy="895739"/>
          </a:xfrm>
          <a:prstGeom prst="star16">
            <a:avLst/>
          </a:prstGeom>
          <a:solidFill>
            <a:srgbClr val="DBEAFE"/>
          </a:solidFill>
          <a:ln w="12700">
            <a:solidFill>
              <a:srgbClr val="1D4ED8"/>
            </a:solidFill>
            <a:prstDash val="solid"/>
          </a:ln>
        </p:spPr>
      </p:sp>
      <p:sp>
        <p:nvSpPr>
          <p:cNvPr id="1325" name="Text 5-s7"/>
          <p:cNvSpPr txBox="1"/>
          <p:nvPr/>
        </p:nvSpPr>
        <p:spPr>
          <a:xfrm>
            <a:off x="1940767" y="2040294"/>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star16</a:t>
            </a:r>
            <a:endParaRPr lang="ja-JP" sz="880" dirty="0"/>
          </a:p>
        </p:txBody>
      </p:sp>
      <p:sp>
        <p:nvSpPr>
          <p:cNvPr id="1326" name="star24-s7"/>
          <p:cNvSpPr/>
          <p:nvPr/>
        </p:nvSpPr>
        <p:spPr>
          <a:xfrm>
            <a:off x="3856653" y="1094792"/>
            <a:ext cx="1244082" cy="895739"/>
          </a:xfrm>
          <a:prstGeom prst="star24">
            <a:avLst/>
          </a:prstGeom>
          <a:solidFill>
            <a:srgbClr val="DBEAFE"/>
          </a:solidFill>
          <a:ln w="12700">
            <a:solidFill>
              <a:srgbClr val="1D4ED8"/>
            </a:solidFill>
            <a:prstDash val="solid"/>
          </a:ln>
        </p:spPr>
      </p:sp>
      <p:sp>
        <p:nvSpPr>
          <p:cNvPr id="1327" name="Text 7-s7"/>
          <p:cNvSpPr txBox="1"/>
          <p:nvPr/>
        </p:nvSpPr>
        <p:spPr>
          <a:xfrm>
            <a:off x="3632718" y="2040294"/>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star24</a:t>
            </a:r>
            <a:endParaRPr lang="ja-JP" sz="880" dirty="0"/>
          </a:p>
        </p:txBody>
      </p:sp>
      <p:sp>
        <p:nvSpPr>
          <p:cNvPr id="1328" name="star32-s7"/>
          <p:cNvSpPr/>
          <p:nvPr/>
        </p:nvSpPr>
        <p:spPr>
          <a:xfrm>
            <a:off x="5548604" y="1094792"/>
            <a:ext cx="1244082" cy="895739"/>
          </a:xfrm>
          <a:prstGeom prst="star32">
            <a:avLst/>
          </a:prstGeom>
          <a:solidFill>
            <a:srgbClr val="DBEAFE"/>
          </a:solidFill>
          <a:ln w="12700">
            <a:solidFill>
              <a:srgbClr val="1D4ED8"/>
            </a:solidFill>
            <a:prstDash val="solid"/>
          </a:ln>
        </p:spPr>
      </p:sp>
      <p:sp>
        <p:nvSpPr>
          <p:cNvPr id="1329" name="Text 9-s7"/>
          <p:cNvSpPr txBox="1"/>
          <p:nvPr/>
        </p:nvSpPr>
        <p:spPr>
          <a:xfrm>
            <a:off x="5324669" y="2040294"/>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star32</a:t>
            </a:r>
            <a:endParaRPr lang="ja-JP" sz="880" dirty="0"/>
          </a:p>
        </p:txBody>
      </p:sp>
      <p:sp>
        <p:nvSpPr>
          <p:cNvPr id="1330" name="star4-s7"/>
          <p:cNvSpPr/>
          <p:nvPr/>
        </p:nvSpPr>
        <p:spPr>
          <a:xfrm>
            <a:off x="7240555" y="1094792"/>
            <a:ext cx="1244082" cy="895739"/>
          </a:xfrm>
          <a:prstGeom prst="star4">
            <a:avLst/>
          </a:prstGeom>
          <a:solidFill>
            <a:srgbClr val="DBEAFE"/>
          </a:solidFill>
          <a:ln w="12700">
            <a:solidFill>
              <a:srgbClr val="1D4ED8"/>
            </a:solidFill>
            <a:prstDash val="solid"/>
          </a:ln>
        </p:spPr>
      </p:sp>
      <p:sp>
        <p:nvSpPr>
          <p:cNvPr id="1331" name="Text 11-s7"/>
          <p:cNvSpPr txBox="1"/>
          <p:nvPr/>
        </p:nvSpPr>
        <p:spPr>
          <a:xfrm>
            <a:off x="7016620" y="2040294"/>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star4</a:t>
            </a:r>
            <a:endParaRPr lang="ja-JP" sz="880" dirty="0"/>
          </a:p>
        </p:txBody>
      </p:sp>
      <p:sp>
        <p:nvSpPr>
          <p:cNvPr id="1332" name="star5-s7"/>
          <p:cNvSpPr/>
          <p:nvPr/>
        </p:nvSpPr>
        <p:spPr>
          <a:xfrm>
            <a:off x="8932506" y="1094792"/>
            <a:ext cx="1244082" cy="895739"/>
          </a:xfrm>
          <a:prstGeom prst="star5">
            <a:avLst/>
          </a:prstGeom>
          <a:solidFill>
            <a:srgbClr val="DBEAFE"/>
          </a:solidFill>
          <a:ln w="12700">
            <a:solidFill>
              <a:srgbClr val="1D4ED8"/>
            </a:solidFill>
            <a:prstDash val="solid"/>
          </a:ln>
        </p:spPr>
        <p:txBody>
          <a:bodyPr wrap="square" lIns="99060" tIns="0" rIns="99060" bIns="0" rtlCol="0" anchor="ctr">
            <a:normAutofit/>
          </a:bodyPr>
          <a:lstStyle/>
          <a:p>
            <a:pPr algn="ctr" indent="0" marL="0">
              <a:lnSpc>
                <a:spcPct val="150000"/>
              </a:lnSpc>
              <a:spcBef>
                <a:spcPts val="2690"/>
              </a:spcBef>
              <a:spcAft>
                <a:spcPts val="1670"/>
              </a:spcAft>
              <a:buNone/>
            </a:pPr>
            <a:r>
              <a:rPr lang="ja-JP" altLang="en-US" sz="1180" dirty="0">
                <a:solidFill>
                  <a:srgbClr val="000000"/>
                </a:solidFill>
                <a:latin typeface="游ゴシック" pitchFamily="34" charset="0"/>
                <a:ea typeface="游ゴシック" pitchFamily="34" charset="-122"/>
                <a:cs typeface="游ゴシック" pitchFamily="34" charset="-120"/>
              </a:rPr>
              <a:t>星</a:t>
            </a:r>
            <a:endParaRPr lang="ja-JP" sz="1180" dirty="0"/>
          </a:p>
        </p:txBody>
      </p:sp>
      <p:sp>
        <p:nvSpPr>
          <p:cNvPr id="1333" name="Text 13-s7"/>
          <p:cNvSpPr txBox="1"/>
          <p:nvPr/>
        </p:nvSpPr>
        <p:spPr>
          <a:xfrm>
            <a:off x="8708571" y="2040294"/>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star5</a:t>
            </a:r>
            <a:endParaRPr lang="ja-JP" sz="880" dirty="0"/>
          </a:p>
        </p:txBody>
      </p:sp>
      <p:sp>
        <p:nvSpPr>
          <p:cNvPr id="1334" name="star6-s7"/>
          <p:cNvSpPr/>
          <p:nvPr/>
        </p:nvSpPr>
        <p:spPr>
          <a:xfrm>
            <a:off x="10624457" y="1094792"/>
            <a:ext cx="1244082" cy="895739"/>
          </a:xfrm>
          <a:prstGeom prst="star6">
            <a:avLst/>
          </a:prstGeom>
          <a:solidFill>
            <a:srgbClr val="DBEAFE"/>
          </a:solidFill>
          <a:ln w="12700">
            <a:solidFill>
              <a:srgbClr val="1D4ED8"/>
            </a:solidFill>
            <a:prstDash val="solid"/>
          </a:ln>
        </p:spPr>
      </p:sp>
      <p:sp>
        <p:nvSpPr>
          <p:cNvPr id="1335" name="Text 15-s7"/>
          <p:cNvSpPr txBox="1"/>
          <p:nvPr/>
        </p:nvSpPr>
        <p:spPr>
          <a:xfrm>
            <a:off x="10400522" y="2040294"/>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star6</a:t>
            </a:r>
            <a:endParaRPr lang="ja-JP" sz="880" dirty="0"/>
          </a:p>
        </p:txBody>
      </p:sp>
      <p:sp>
        <p:nvSpPr>
          <p:cNvPr id="1336" name="star7-s7"/>
          <p:cNvSpPr/>
          <p:nvPr/>
        </p:nvSpPr>
        <p:spPr>
          <a:xfrm>
            <a:off x="472751" y="2537927"/>
            <a:ext cx="1244082" cy="895739"/>
          </a:xfrm>
          <a:prstGeom prst="star7">
            <a:avLst/>
          </a:prstGeom>
          <a:solidFill>
            <a:srgbClr val="DBEAFE"/>
          </a:solidFill>
          <a:ln w="12700">
            <a:solidFill>
              <a:srgbClr val="1D4ED8"/>
            </a:solidFill>
            <a:prstDash val="solid"/>
          </a:ln>
        </p:spPr>
      </p:sp>
      <p:sp>
        <p:nvSpPr>
          <p:cNvPr id="1337" name="Text 17-s7"/>
          <p:cNvSpPr txBox="1"/>
          <p:nvPr/>
        </p:nvSpPr>
        <p:spPr>
          <a:xfrm>
            <a:off x="248816" y="3483429"/>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star7</a:t>
            </a:r>
            <a:endParaRPr lang="ja-JP" sz="880" dirty="0"/>
          </a:p>
        </p:txBody>
      </p:sp>
      <p:sp>
        <p:nvSpPr>
          <p:cNvPr id="1338" name="star8-s7"/>
          <p:cNvSpPr/>
          <p:nvPr/>
        </p:nvSpPr>
        <p:spPr>
          <a:xfrm>
            <a:off x="2164702" y="2537927"/>
            <a:ext cx="1244082" cy="895739"/>
          </a:xfrm>
          <a:prstGeom prst="star8">
            <a:avLst/>
          </a:prstGeom>
          <a:solidFill>
            <a:srgbClr val="DBEAFE"/>
          </a:solidFill>
          <a:ln w="12700">
            <a:solidFill>
              <a:srgbClr val="1D4ED8"/>
            </a:solidFill>
            <a:prstDash val="solid"/>
          </a:ln>
        </p:spPr>
      </p:sp>
      <p:sp>
        <p:nvSpPr>
          <p:cNvPr id="1339" name="Text 19-s7"/>
          <p:cNvSpPr txBox="1"/>
          <p:nvPr/>
        </p:nvSpPr>
        <p:spPr>
          <a:xfrm>
            <a:off x="1940767" y="3483429"/>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star8</a:t>
            </a:r>
            <a:endParaRPr lang="ja-JP" sz="880" dirty="0"/>
          </a:p>
        </p:txBody>
      </p:sp>
      <p:sp>
        <p:nvSpPr>
          <p:cNvPr id="1340" name="straightConnector1-s7"/>
          <p:cNvSpPr/>
          <p:nvPr/>
        </p:nvSpPr>
        <p:spPr>
          <a:xfrm>
            <a:off x="3856653" y="2537927"/>
            <a:ext cx="1244082" cy="895739"/>
          </a:xfrm>
          <a:prstGeom prst="straightConnector1">
            <a:avLst/>
          </a:prstGeom>
          <a:solidFill>
            <a:srgbClr val="DBEAFE"/>
          </a:solidFill>
          <a:ln w="12700">
            <a:solidFill>
              <a:srgbClr val="1D4ED8"/>
            </a:solidFill>
            <a:prstDash val="solid"/>
          </a:ln>
        </p:spPr>
      </p:sp>
      <p:sp>
        <p:nvSpPr>
          <p:cNvPr id="1341" name="Text 21-s7"/>
          <p:cNvSpPr txBox="1"/>
          <p:nvPr/>
        </p:nvSpPr>
        <p:spPr>
          <a:xfrm>
            <a:off x="3632718" y="3483429"/>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straightConnector1</a:t>
            </a:r>
            <a:endParaRPr lang="ja-JP" sz="880" dirty="0"/>
          </a:p>
        </p:txBody>
      </p:sp>
      <p:sp>
        <p:nvSpPr>
          <p:cNvPr id="1342" name="stripedRightArrow-s7"/>
          <p:cNvSpPr/>
          <p:nvPr/>
        </p:nvSpPr>
        <p:spPr>
          <a:xfrm>
            <a:off x="5548604" y="2537927"/>
            <a:ext cx="1244082" cy="895739"/>
          </a:xfrm>
          <a:prstGeom prst="stripedRightArrow">
            <a:avLst/>
          </a:prstGeom>
          <a:solidFill>
            <a:srgbClr val="DBEAFE"/>
          </a:solidFill>
          <a:ln w="12700">
            <a:solidFill>
              <a:srgbClr val="1D4ED8"/>
            </a:solidFill>
            <a:prstDash val="solid"/>
          </a:ln>
        </p:spPr>
      </p:sp>
      <p:sp>
        <p:nvSpPr>
          <p:cNvPr id="1343" name="Text 23-s7"/>
          <p:cNvSpPr txBox="1"/>
          <p:nvPr/>
        </p:nvSpPr>
        <p:spPr>
          <a:xfrm>
            <a:off x="5324669" y="3483429"/>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stripedRightArrow</a:t>
            </a:r>
            <a:endParaRPr lang="ja-JP" sz="880" dirty="0"/>
          </a:p>
        </p:txBody>
      </p:sp>
      <p:sp>
        <p:nvSpPr>
          <p:cNvPr id="1344" name="sun-s7"/>
          <p:cNvSpPr/>
          <p:nvPr/>
        </p:nvSpPr>
        <p:spPr>
          <a:xfrm>
            <a:off x="7240555" y="2537927"/>
            <a:ext cx="1244082" cy="895739"/>
          </a:xfrm>
          <a:prstGeom prst="sun">
            <a:avLst/>
          </a:prstGeom>
          <a:solidFill>
            <a:srgbClr val="DBEAFE"/>
          </a:solidFill>
          <a:ln w="12700">
            <a:solidFill>
              <a:srgbClr val="1D4ED8"/>
            </a:solidFill>
            <a:prstDash val="solid"/>
          </a:ln>
        </p:spPr>
      </p:sp>
      <p:sp>
        <p:nvSpPr>
          <p:cNvPr id="1345" name="Text 25-s7"/>
          <p:cNvSpPr txBox="1"/>
          <p:nvPr/>
        </p:nvSpPr>
        <p:spPr>
          <a:xfrm>
            <a:off x="7016620" y="3483429"/>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sun</a:t>
            </a:r>
            <a:endParaRPr lang="ja-JP" sz="880" dirty="0"/>
          </a:p>
        </p:txBody>
      </p:sp>
      <p:sp>
        <p:nvSpPr>
          <p:cNvPr id="1346" name="swooshArrow-s7"/>
          <p:cNvSpPr/>
          <p:nvPr/>
        </p:nvSpPr>
        <p:spPr>
          <a:xfrm>
            <a:off x="8932506" y="2537927"/>
            <a:ext cx="1244082" cy="895739"/>
          </a:xfrm>
          <a:prstGeom prst="swooshArrow">
            <a:avLst/>
          </a:prstGeom>
          <a:solidFill>
            <a:srgbClr val="DBEAFE"/>
          </a:solidFill>
          <a:ln w="12700">
            <a:solidFill>
              <a:srgbClr val="1D4ED8"/>
            </a:solidFill>
            <a:prstDash val="solid"/>
          </a:ln>
        </p:spPr>
      </p:sp>
      <p:sp>
        <p:nvSpPr>
          <p:cNvPr id="1347" name="Text 27-s7"/>
          <p:cNvSpPr txBox="1"/>
          <p:nvPr/>
        </p:nvSpPr>
        <p:spPr>
          <a:xfrm>
            <a:off x="8708571" y="3483429"/>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swooshArrow</a:t>
            </a:r>
            <a:endParaRPr lang="ja-JP" sz="880" dirty="0"/>
          </a:p>
        </p:txBody>
      </p:sp>
      <p:sp>
        <p:nvSpPr>
          <p:cNvPr id="1348" name="teardrop-s7"/>
          <p:cNvSpPr/>
          <p:nvPr/>
        </p:nvSpPr>
        <p:spPr>
          <a:xfrm>
            <a:off x="10624457" y="2537927"/>
            <a:ext cx="1244082" cy="895739"/>
          </a:xfrm>
          <a:prstGeom prst="teardrop">
            <a:avLst/>
          </a:prstGeom>
          <a:solidFill>
            <a:srgbClr val="DBEAFE"/>
          </a:solidFill>
          <a:ln w="12700">
            <a:solidFill>
              <a:srgbClr val="1D4ED8"/>
            </a:solidFill>
            <a:prstDash val="solid"/>
          </a:ln>
        </p:spPr>
      </p:sp>
      <p:sp>
        <p:nvSpPr>
          <p:cNvPr id="1349" name="Text 29-s7"/>
          <p:cNvSpPr txBox="1"/>
          <p:nvPr/>
        </p:nvSpPr>
        <p:spPr>
          <a:xfrm>
            <a:off x="10400522" y="3483429"/>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teardrop</a:t>
            </a:r>
            <a:endParaRPr lang="ja-JP" sz="880" dirty="0"/>
          </a:p>
        </p:txBody>
      </p:sp>
      <p:sp>
        <p:nvSpPr>
          <p:cNvPr id="1350" name="trapezoid-s7"/>
          <p:cNvSpPr/>
          <p:nvPr/>
        </p:nvSpPr>
        <p:spPr>
          <a:xfrm>
            <a:off x="472751" y="3981061"/>
            <a:ext cx="1244082" cy="895739"/>
          </a:xfrm>
          <a:prstGeom prst="trapezoid">
            <a:avLst/>
          </a:prstGeom>
          <a:solidFill>
            <a:srgbClr val="DBEAFE"/>
          </a:solidFill>
          <a:ln w="12700">
            <a:solidFill>
              <a:srgbClr val="1D4ED8"/>
            </a:solidFill>
            <a:prstDash val="solid"/>
          </a:ln>
        </p:spPr>
      </p:sp>
      <p:sp>
        <p:nvSpPr>
          <p:cNvPr id="1351" name="Text 31-s7"/>
          <p:cNvSpPr txBox="1"/>
          <p:nvPr/>
        </p:nvSpPr>
        <p:spPr>
          <a:xfrm>
            <a:off x="248816" y="4926563"/>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trapezoid</a:t>
            </a:r>
            <a:endParaRPr lang="ja-JP" sz="880" dirty="0"/>
          </a:p>
        </p:txBody>
      </p:sp>
      <p:sp>
        <p:nvSpPr>
          <p:cNvPr id="1352" name="triangle-s7"/>
          <p:cNvSpPr/>
          <p:nvPr/>
        </p:nvSpPr>
        <p:spPr>
          <a:xfrm>
            <a:off x="2164702" y="3981061"/>
            <a:ext cx="1244082" cy="895739"/>
          </a:xfrm>
          <a:prstGeom prst="triangle">
            <a:avLst/>
          </a:prstGeom>
          <a:solidFill>
            <a:srgbClr val="DBEAFE"/>
          </a:solidFill>
          <a:ln w="12700">
            <a:solidFill>
              <a:srgbClr val="1D4ED8"/>
            </a:solidFill>
            <a:prstDash val="solid"/>
          </a:ln>
        </p:spPr>
        <p:txBody>
          <a:bodyPr wrap="square" lIns="99060" tIns="0" rIns="99060" bIns="0" rtlCol="0" anchor="ctr">
            <a:normAutofit/>
          </a:bodyPr>
          <a:lstStyle/>
          <a:p>
            <a:pPr algn="ctr" indent="0" marL="0">
              <a:lnSpc>
                <a:spcPct val="150000"/>
              </a:lnSpc>
              <a:spcBef>
                <a:spcPts val="3530"/>
              </a:spcBef>
              <a:buNone/>
            </a:pPr>
            <a:r>
              <a:rPr lang="ja-JP" altLang="en-US" sz="1180" dirty="0">
                <a:solidFill>
                  <a:srgbClr val="000000"/>
                </a:solidFill>
                <a:latin typeface="游ゴシック" pitchFamily="34" charset="0"/>
                <a:ea typeface="游ゴシック" pitchFamily="34" charset="-122"/>
                <a:cs typeface="游ゴシック" pitchFamily="34" charset="-120"/>
              </a:rPr>
              <a:t>三角</a:t>
            </a:r>
            <a:endParaRPr lang="ja-JP" sz="1180" dirty="0"/>
          </a:p>
        </p:txBody>
      </p:sp>
      <p:sp>
        <p:nvSpPr>
          <p:cNvPr id="1353" name="Text 33-s7"/>
          <p:cNvSpPr txBox="1"/>
          <p:nvPr/>
        </p:nvSpPr>
        <p:spPr>
          <a:xfrm>
            <a:off x="1940767" y="4926563"/>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triangle</a:t>
            </a:r>
            <a:endParaRPr lang="ja-JP" sz="880" dirty="0"/>
          </a:p>
        </p:txBody>
      </p:sp>
      <p:sp>
        <p:nvSpPr>
          <p:cNvPr id="1354" name="upArrow-s7"/>
          <p:cNvSpPr/>
          <p:nvPr/>
        </p:nvSpPr>
        <p:spPr>
          <a:xfrm>
            <a:off x="3856653" y="3981061"/>
            <a:ext cx="1244082" cy="895739"/>
          </a:xfrm>
          <a:prstGeom prst="upArrow">
            <a:avLst/>
          </a:prstGeom>
          <a:solidFill>
            <a:srgbClr val="DBEAFE"/>
          </a:solidFill>
          <a:ln w="12700">
            <a:solidFill>
              <a:srgbClr val="1D4ED8"/>
            </a:solidFill>
            <a:prstDash val="solid"/>
          </a:ln>
        </p:spPr>
      </p:sp>
      <p:sp>
        <p:nvSpPr>
          <p:cNvPr id="1355" name="Text 35-s7"/>
          <p:cNvSpPr txBox="1"/>
          <p:nvPr/>
        </p:nvSpPr>
        <p:spPr>
          <a:xfrm>
            <a:off x="3632718" y="4926563"/>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upArrow</a:t>
            </a:r>
            <a:endParaRPr lang="ja-JP" sz="880" dirty="0"/>
          </a:p>
        </p:txBody>
      </p:sp>
      <p:sp>
        <p:nvSpPr>
          <p:cNvPr id="1356" name="upArrowCallout-s7"/>
          <p:cNvSpPr/>
          <p:nvPr/>
        </p:nvSpPr>
        <p:spPr>
          <a:xfrm>
            <a:off x="5548604" y="3981061"/>
            <a:ext cx="1244082" cy="895739"/>
          </a:xfrm>
          <a:prstGeom prst="upArrowCallout">
            <a:avLst/>
          </a:prstGeom>
          <a:solidFill>
            <a:srgbClr val="DBEAFE"/>
          </a:solidFill>
          <a:ln w="12700">
            <a:solidFill>
              <a:srgbClr val="1D4ED8"/>
            </a:solidFill>
            <a:prstDash val="solid"/>
          </a:ln>
        </p:spPr>
      </p:sp>
      <p:sp>
        <p:nvSpPr>
          <p:cNvPr id="1357" name="Text 37-s7"/>
          <p:cNvSpPr txBox="1"/>
          <p:nvPr/>
        </p:nvSpPr>
        <p:spPr>
          <a:xfrm>
            <a:off x="5324669" y="4926563"/>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upArrowCallout</a:t>
            </a:r>
            <a:endParaRPr lang="ja-JP" sz="880" dirty="0"/>
          </a:p>
        </p:txBody>
      </p:sp>
      <p:sp>
        <p:nvSpPr>
          <p:cNvPr id="1358" name="upDownArrow-s7"/>
          <p:cNvSpPr/>
          <p:nvPr/>
        </p:nvSpPr>
        <p:spPr>
          <a:xfrm>
            <a:off x="7240555" y="3981061"/>
            <a:ext cx="1244082" cy="895739"/>
          </a:xfrm>
          <a:prstGeom prst="upDownArrow">
            <a:avLst/>
          </a:prstGeom>
          <a:solidFill>
            <a:srgbClr val="DBEAFE"/>
          </a:solidFill>
          <a:ln w="12700">
            <a:solidFill>
              <a:srgbClr val="1D4ED8"/>
            </a:solidFill>
            <a:prstDash val="solid"/>
          </a:ln>
        </p:spPr>
      </p:sp>
      <p:sp>
        <p:nvSpPr>
          <p:cNvPr id="1359" name="Text 39-s7"/>
          <p:cNvSpPr txBox="1"/>
          <p:nvPr/>
        </p:nvSpPr>
        <p:spPr>
          <a:xfrm>
            <a:off x="7016620" y="4926563"/>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upDownArrow</a:t>
            </a:r>
            <a:endParaRPr lang="ja-JP" sz="880" dirty="0"/>
          </a:p>
        </p:txBody>
      </p:sp>
      <p:sp>
        <p:nvSpPr>
          <p:cNvPr id="1360" name="upDownArrowCallout-s7"/>
          <p:cNvSpPr/>
          <p:nvPr/>
        </p:nvSpPr>
        <p:spPr>
          <a:xfrm>
            <a:off x="8932506" y="3981061"/>
            <a:ext cx="1244082" cy="895739"/>
          </a:xfrm>
          <a:prstGeom prst="upDownArrowCallout">
            <a:avLst/>
          </a:prstGeom>
          <a:solidFill>
            <a:srgbClr val="DBEAFE"/>
          </a:solidFill>
          <a:ln w="12700">
            <a:solidFill>
              <a:srgbClr val="1D4ED8"/>
            </a:solidFill>
            <a:prstDash val="solid"/>
          </a:ln>
        </p:spPr>
      </p:sp>
      <p:sp>
        <p:nvSpPr>
          <p:cNvPr id="1361" name="Text 41-s7"/>
          <p:cNvSpPr txBox="1"/>
          <p:nvPr/>
        </p:nvSpPr>
        <p:spPr>
          <a:xfrm>
            <a:off x="8708571" y="4926563"/>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upDownArrowCallout</a:t>
            </a:r>
            <a:endParaRPr lang="ja-JP" sz="880" dirty="0"/>
          </a:p>
        </p:txBody>
      </p:sp>
      <p:sp>
        <p:nvSpPr>
          <p:cNvPr id="1362" name="uturnArrow-s7"/>
          <p:cNvSpPr/>
          <p:nvPr/>
        </p:nvSpPr>
        <p:spPr>
          <a:xfrm>
            <a:off x="10624457" y="3981061"/>
            <a:ext cx="1244082" cy="895739"/>
          </a:xfrm>
          <a:prstGeom prst="uturnArrow">
            <a:avLst/>
          </a:prstGeom>
          <a:solidFill>
            <a:srgbClr val="DBEAFE"/>
          </a:solidFill>
          <a:ln w="12700">
            <a:solidFill>
              <a:srgbClr val="1D4ED8"/>
            </a:solidFill>
            <a:prstDash val="solid"/>
          </a:ln>
        </p:spPr>
      </p:sp>
      <p:sp>
        <p:nvSpPr>
          <p:cNvPr id="1363" name="Text 43-s7"/>
          <p:cNvSpPr txBox="1"/>
          <p:nvPr/>
        </p:nvSpPr>
        <p:spPr>
          <a:xfrm>
            <a:off x="10400522" y="4926563"/>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uturnArrow</a:t>
            </a:r>
            <a:endParaRPr lang="ja-JP" sz="880" dirty="0"/>
          </a:p>
        </p:txBody>
      </p:sp>
      <p:sp>
        <p:nvSpPr>
          <p:cNvPr id="1364" name="verticalScroll-s7"/>
          <p:cNvSpPr/>
          <p:nvPr/>
        </p:nvSpPr>
        <p:spPr>
          <a:xfrm>
            <a:off x="472751" y="5424196"/>
            <a:ext cx="1244082" cy="895739"/>
          </a:xfrm>
          <a:prstGeom prst="verticalScroll">
            <a:avLst/>
          </a:prstGeom>
          <a:solidFill>
            <a:srgbClr val="DBEAFE"/>
          </a:solidFill>
          <a:ln w="12700">
            <a:solidFill>
              <a:srgbClr val="1D4ED8"/>
            </a:solidFill>
            <a:prstDash val="solid"/>
          </a:ln>
        </p:spPr>
      </p:sp>
      <p:sp>
        <p:nvSpPr>
          <p:cNvPr id="1365" name="Text 45-s7"/>
          <p:cNvSpPr txBox="1"/>
          <p:nvPr/>
        </p:nvSpPr>
        <p:spPr>
          <a:xfrm>
            <a:off x="248816" y="6369698"/>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verticalScroll</a:t>
            </a:r>
            <a:endParaRPr lang="ja-JP" sz="880" dirty="0"/>
          </a:p>
        </p:txBody>
      </p:sp>
      <p:sp>
        <p:nvSpPr>
          <p:cNvPr id="1366" name="wave-s7"/>
          <p:cNvSpPr/>
          <p:nvPr/>
        </p:nvSpPr>
        <p:spPr>
          <a:xfrm>
            <a:off x="2164702" y="5424196"/>
            <a:ext cx="1244082" cy="895739"/>
          </a:xfrm>
          <a:prstGeom prst="wave">
            <a:avLst/>
          </a:prstGeom>
          <a:solidFill>
            <a:srgbClr val="DBEAFE"/>
          </a:solidFill>
          <a:ln w="12700">
            <a:solidFill>
              <a:srgbClr val="1D4ED8"/>
            </a:solidFill>
            <a:prstDash val="solid"/>
          </a:ln>
        </p:spPr>
      </p:sp>
      <p:sp>
        <p:nvSpPr>
          <p:cNvPr id="1367" name="Text 47-s7"/>
          <p:cNvSpPr txBox="1"/>
          <p:nvPr/>
        </p:nvSpPr>
        <p:spPr>
          <a:xfrm>
            <a:off x="1940767" y="6369698"/>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wave</a:t>
            </a:r>
            <a:endParaRPr lang="ja-JP" sz="880" dirty="0"/>
          </a:p>
        </p:txBody>
      </p:sp>
      <p:sp>
        <p:nvSpPr>
          <p:cNvPr id="1368" name="wedgeEllipseCallout-s7"/>
          <p:cNvSpPr/>
          <p:nvPr/>
        </p:nvSpPr>
        <p:spPr>
          <a:xfrm>
            <a:off x="3856653" y="5424196"/>
            <a:ext cx="1244082" cy="895739"/>
          </a:xfrm>
          <a:prstGeom prst="wedgeEllipseCallout">
            <a:avLst/>
          </a:prstGeom>
          <a:solidFill>
            <a:srgbClr val="DBEAFE"/>
          </a:solidFill>
          <a:ln w="12700">
            <a:solidFill>
              <a:srgbClr val="1D4ED8"/>
            </a:solidFill>
            <a:prstDash val="solid"/>
          </a:ln>
        </p:spPr>
      </p:sp>
      <p:sp>
        <p:nvSpPr>
          <p:cNvPr id="1369" name="Text 49-s7"/>
          <p:cNvSpPr txBox="1"/>
          <p:nvPr/>
        </p:nvSpPr>
        <p:spPr>
          <a:xfrm>
            <a:off x="3632718" y="6369698"/>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wedgeEllipseCallout</a:t>
            </a:r>
            <a:endParaRPr lang="ja-JP" sz="880" dirty="0"/>
          </a:p>
        </p:txBody>
      </p:sp>
      <p:sp>
        <p:nvSpPr>
          <p:cNvPr id="1370" name="wedgeRectCallout-s7"/>
          <p:cNvSpPr/>
          <p:nvPr/>
        </p:nvSpPr>
        <p:spPr>
          <a:xfrm>
            <a:off x="5548604" y="5424196"/>
            <a:ext cx="1244082" cy="895739"/>
          </a:xfrm>
          <a:prstGeom prst="wedgeRectCallout">
            <a:avLst/>
          </a:prstGeom>
          <a:solidFill>
            <a:srgbClr val="DBEAFE"/>
          </a:solidFill>
          <a:ln w="12700">
            <a:solidFill>
              <a:srgbClr val="1D4ED8"/>
            </a:solidFill>
            <a:prstDash val="solid"/>
          </a:ln>
        </p:spPr>
        <p:txBody>
          <a:bodyPr wrap="square" lIns="99060" tIns="0" rIns="99060" bIns="0" rtlCol="0" anchor="ctr">
            <a:normAutofit/>
          </a:bodyPr>
          <a:lstStyle/>
          <a:p>
            <a:pPr algn="ctr" indent="0" marL="0">
              <a:lnSpc>
                <a:spcPct val="150000"/>
              </a:lnSpc>
              <a:buNone/>
            </a:pPr>
            <a:r>
              <a:rPr lang="ja-JP" altLang="en-US" sz="1180" dirty="0">
                <a:solidFill>
                  <a:srgbClr val="000000"/>
                </a:solidFill>
                <a:latin typeface="游ゴシック" pitchFamily="34" charset="0"/>
                <a:ea typeface="游ゴシック" pitchFamily="34" charset="-122"/>
                <a:cs typeface="游ゴシック" pitchFamily="34" charset="-120"/>
              </a:rPr>
              <a:t>吹き出し</a:t>
            </a:r>
            <a:endParaRPr lang="ja-JP" sz="1180" dirty="0"/>
          </a:p>
        </p:txBody>
      </p:sp>
      <p:sp>
        <p:nvSpPr>
          <p:cNvPr id="1371" name="Text 51-s7"/>
          <p:cNvSpPr txBox="1"/>
          <p:nvPr/>
        </p:nvSpPr>
        <p:spPr>
          <a:xfrm>
            <a:off x="5324669" y="6369698"/>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wedgeRectCallout</a:t>
            </a:r>
            <a:endParaRPr lang="ja-JP" sz="880" dirty="0"/>
          </a:p>
        </p:txBody>
      </p:sp>
      <p:sp>
        <p:nvSpPr>
          <p:cNvPr id="1372" name="wedgeRoundRectCallout-s7"/>
          <p:cNvSpPr/>
          <p:nvPr/>
        </p:nvSpPr>
        <p:spPr>
          <a:xfrm>
            <a:off x="7240555" y="5424196"/>
            <a:ext cx="1244082" cy="895739"/>
          </a:xfrm>
          <a:prstGeom prst="wedgeRoundRectCallout">
            <a:avLst/>
          </a:prstGeom>
          <a:solidFill>
            <a:srgbClr val="DBEAFE"/>
          </a:solidFill>
          <a:ln w="12700">
            <a:solidFill>
              <a:srgbClr val="1D4ED8"/>
            </a:solidFill>
            <a:prstDash val="solid"/>
          </a:ln>
        </p:spPr>
      </p:sp>
      <p:sp>
        <p:nvSpPr>
          <p:cNvPr id="1373" name="Text 53-s7"/>
          <p:cNvSpPr txBox="1"/>
          <p:nvPr/>
        </p:nvSpPr>
        <p:spPr>
          <a:xfrm>
            <a:off x="7016620" y="6369698"/>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wedgeRoundRectCallout</a:t>
            </a:r>
            <a:endParaRPr lang="ja-JP" sz="880" dirty="0"/>
          </a:p>
        </p:txBody>
      </p:sp>
      <p:sp>
        <p:nvSpPr>
          <p:cNvPr id="1374" name="adj-roundRect-s8"/>
          <p:cNvSpPr/>
          <p:nvPr/>
        </p:nvSpPr>
        <p:spPr>
          <a:xfrm>
            <a:off x="373224" y="995265"/>
            <a:ext cx="1492898" cy="746449"/>
          </a:xfrm>
          <a:prstGeom prst="roundRect">
            <a:avLst>
              <a:gd name="adj" fmla="val 50000"/>
            </a:avLst>
          </a:prstGeom>
          <a:solidFill>
            <a:srgbClr val="FDE68A"/>
          </a:solidFill>
          <a:ln w="12700">
            <a:solidFill>
              <a:srgbClr val="B45309"/>
            </a:solidFill>
            <a:prstDash val="solid"/>
          </a:ln>
        </p:spPr>
        <p:txBody>
          <a:bodyPr wrap="square" lIns="99060" tIns="0" rIns="99060" bIns="0" rtlCol="0" anchor="ctr">
            <a:normAutofit/>
          </a:bodyPr>
          <a:lstStyle/>
          <a:p>
            <a:pPr algn="ctr" indent="0" marL="0">
              <a:lnSpc>
                <a:spcPct val="150000"/>
              </a:lnSpc>
              <a:spcBef>
                <a:spcPts val="860"/>
              </a:spcBef>
              <a:spcAft>
                <a:spcPts val="860"/>
              </a:spcAft>
              <a:buNone/>
            </a:pPr>
            <a:r>
              <a:rPr lang="ja-JP" altLang="en-US" sz="1180" dirty="0">
                <a:solidFill>
                  <a:srgbClr val="000000"/>
                </a:solidFill>
                <a:latin typeface="游ゴシック" pitchFamily="34" charset="0"/>
                <a:ea typeface="游ゴシック" pitchFamily="34" charset="-122"/>
                <a:cs typeface="游ゴシック" pitchFamily="34" charset="-120"/>
              </a:rPr>
              <a:t>adj 50000</a:t>
            </a:r>
            <a:endParaRPr lang="ja-JP" sz="1180" dirty="0"/>
          </a:p>
        </p:txBody>
      </p:sp>
      <p:sp>
        <p:nvSpPr>
          <p:cNvPr id="1375" name="adj-rightArrow-s8"/>
          <p:cNvSpPr/>
          <p:nvPr/>
        </p:nvSpPr>
        <p:spPr>
          <a:xfrm>
            <a:off x="2114939" y="995265"/>
            <a:ext cx="1492898" cy="746449"/>
          </a:xfrm>
          <a:prstGeom prst="rightArrow">
            <a:avLst>
              <a:gd name="adj1" fmla="val 80000"/>
              <a:gd name="adj2" fmla="val 25000"/>
            </a:avLst>
          </a:prstGeom>
          <a:solidFill>
            <a:srgbClr val="FDE68A"/>
          </a:solidFill>
          <a:ln w="12700">
            <a:solidFill>
              <a:srgbClr val="B45309"/>
            </a:solidFill>
            <a:prstDash val="solid"/>
          </a:ln>
        </p:spPr>
        <p:txBody>
          <a:bodyPr wrap="square" lIns="99060" tIns="0" rIns="99060" bIns="0" rtlCol="0" anchor="ctr">
            <a:normAutofit/>
          </a:bodyPr>
          <a:lstStyle/>
          <a:p>
            <a:pPr algn="ctr" indent="0" marL="0">
              <a:lnSpc>
                <a:spcPct val="150000"/>
              </a:lnSpc>
              <a:spcBef>
                <a:spcPts val="590"/>
              </a:spcBef>
              <a:spcAft>
                <a:spcPts val="590"/>
              </a:spcAft>
              <a:buNone/>
            </a:pPr>
            <a:r>
              <a:rPr lang="ja-JP" altLang="en-US" sz="1180" dirty="0">
                <a:solidFill>
                  <a:srgbClr val="000000"/>
                </a:solidFill>
                <a:latin typeface="游ゴシック" pitchFamily="34" charset="0"/>
                <a:ea typeface="游ゴシック" pitchFamily="34" charset="-122"/>
                <a:cs typeface="游ゴシック" pitchFamily="34" charset="-120"/>
              </a:rPr>
              <a:t>太い柄</a:t>
            </a:r>
            <a:endParaRPr lang="ja-JP" sz="1180" dirty="0"/>
          </a:p>
        </p:txBody>
      </p:sp>
      <p:sp>
        <p:nvSpPr>
          <p:cNvPr id="1376" name="adj-star5-s8"/>
          <p:cNvSpPr/>
          <p:nvPr/>
        </p:nvSpPr>
        <p:spPr>
          <a:xfrm>
            <a:off x="3856653" y="933061"/>
            <a:ext cx="870857" cy="870857"/>
          </a:xfrm>
          <a:prstGeom prst="star5">
            <a:avLst>
              <a:gd name="adj" fmla="val 10000"/>
            </a:avLst>
          </a:prstGeom>
          <a:solidFill>
            <a:srgbClr val="FDE68A"/>
          </a:solidFill>
          <a:ln w="12700">
            <a:solidFill>
              <a:srgbClr val="B45309"/>
            </a:solidFill>
            <a:prstDash val="solid"/>
          </a:ln>
        </p:spPr>
      </p:sp>
      <p:sp>
        <p:nvSpPr>
          <p:cNvPr id="1377" name="adj-donut-s8"/>
          <p:cNvSpPr/>
          <p:nvPr/>
        </p:nvSpPr>
        <p:spPr>
          <a:xfrm>
            <a:off x="4976327" y="933061"/>
            <a:ext cx="870857" cy="870857"/>
          </a:xfrm>
          <a:prstGeom prst="donut">
            <a:avLst>
              <a:gd name="adj" fmla="val 10000"/>
            </a:avLst>
          </a:prstGeom>
          <a:solidFill>
            <a:srgbClr val="FDE68A"/>
          </a:solidFill>
          <a:ln w="12700">
            <a:solidFill>
              <a:srgbClr val="B45309"/>
            </a:solidFill>
            <a:prstDash val="solid"/>
          </a:ln>
        </p:spPr>
      </p:sp>
      <p:sp>
        <p:nvSpPr>
          <p:cNvPr id="1378" name="flipH-rightArrow-s8"/>
          <p:cNvSpPr/>
          <p:nvPr/>
        </p:nvSpPr>
        <p:spPr>
          <a:xfrm flipH="1">
            <a:off x="6220408" y="995265"/>
            <a:ext cx="1492898" cy="746449"/>
          </a:xfrm>
          <a:prstGeom prst="rightArrow">
            <a:avLst/>
          </a:prstGeom>
          <a:solidFill>
            <a:srgbClr val="BBF7D0"/>
          </a:solidFill>
          <a:ln w="12700">
            <a:solidFill>
              <a:srgbClr val="15803D"/>
            </a:solidFill>
            <a:prstDash val="solid"/>
          </a:ln>
        </p:spPr>
        <p:txBody>
          <a:bodyPr wrap="square" lIns="99060" tIns="0" rIns="99060" bIns="0" rtlCol="0" anchor="ctr">
            <a:normAutofit/>
          </a:bodyPr>
          <a:lstStyle/>
          <a:p>
            <a:pPr algn="ctr" indent="0" marL="0">
              <a:lnSpc>
                <a:spcPct val="150000"/>
              </a:lnSpc>
              <a:spcBef>
                <a:spcPts val="1470"/>
              </a:spcBef>
              <a:spcAft>
                <a:spcPts val="1470"/>
              </a:spcAft>
              <a:buNone/>
            </a:pPr>
            <a:r>
              <a:rPr lang="ja-JP" altLang="en-US" sz="1180" dirty="0">
                <a:solidFill>
                  <a:srgbClr val="000000"/>
                </a:solidFill>
                <a:latin typeface="游ゴシック" pitchFamily="34" charset="0"/>
                <a:ea typeface="游ゴシック" pitchFamily="34" charset="-122"/>
                <a:cs typeface="游ゴシック" pitchFamily="34" charset="-120"/>
              </a:rPr>
              <a:t>左へ</a:t>
            </a:r>
            <a:endParaRPr lang="ja-JP" sz="1180" dirty="0"/>
          </a:p>
        </p:txBody>
      </p:sp>
      <p:sp>
        <p:nvSpPr>
          <p:cNvPr id="1379" name="flipH-rtTriangle-s8"/>
          <p:cNvSpPr/>
          <p:nvPr/>
        </p:nvSpPr>
        <p:spPr>
          <a:xfrm flipH="1">
            <a:off x="7962122" y="870857"/>
            <a:ext cx="1119673" cy="995265"/>
          </a:xfrm>
          <a:prstGeom prst="rtTriangle">
            <a:avLst/>
          </a:prstGeom>
          <a:solidFill>
            <a:srgbClr val="BBF7D0"/>
          </a:solidFill>
          <a:ln w="12700">
            <a:solidFill>
              <a:srgbClr val="15803D"/>
            </a:solidFill>
            <a:prstDash val="solid"/>
          </a:ln>
        </p:spPr>
      </p:sp>
      <p:sp>
        <p:nvSpPr>
          <p:cNvPr id="1380" name="flipV-triangle-s8"/>
          <p:cNvSpPr/>
          <p:nvPr/>
        </p:nvSpPr>
        <p:spPr>
          <a:xfrm flipV="1">
            <a:off x="9330612" y="870857"/>
            <a:ext cx="1244082" cy="995265"/>
          </a:xfrm>
          <a:prstGeom prst="triangle">
            <a:avLst/>
          </a:prstGeom>
          <a:solidFill>
            <a:srgbClr val="BBF7D0"/>
          </a:solidFill>
          <a:ln w="12700">
            <a:solidFill>
              <a:srgbClr val="15803D"/>
            </a:solidFill>
            <a:prstDash val="solid"/>
          </a:ln>
        </p:spPr>
        <p:txBody>
          <a:bodyPr wrap="square" lIns="99060" tIns="0" rIns="99060" bIns="0" rtlCol="0" anchor="ctr">
            <a:normAutofit/>
          </a:bodyPr>
          <a:lstStyle/>
          <a:p>
            <a:pPr algn="ctr" indent="0" marL="0">
              <a:lnSpc>
                <a:spcPct val="150000"/>
              </a:lnSpc>
              <a:spcAft>
                <a:spcPts val="3920"/>
              </a:spcAft>
              <a:buNone/>
            </a:pPr>
            <a:r>
              <a:rPr lang="ja-JP" altLang="en-US" sz="1180" dirty="0">
                <a:solidFill>
                  <a:srgbClr val="000000"/>
                </a:solidFill>
                <a:latin typeface="游ゴシック" pitchFamily="34" charset="0"/>
                <a:ea typeface="游ゴシック" pitchFamily="34" charset="-122"/>
                <a:cs typeface="游ゴシック" pitchFamily="34" charset="-120"/>
              </a:rPr>
              <a:t>上下</a:t>
            </a:r>
            <a:endParaRPr lang="ja-JP" sz="1180" dirty="0"/>
          </a:p>
        </p:txBody>
      </p:sp>
      <p:sp>
        <p:nvSpPr>
          <p:cNvPr id="1381" name="flipHV-homePlate-s8"/>
          <p:cNvSpPr/>
          <p:nvPr/>
        </p:nvSpPr>
        <p:spPr>
          <a:xfrm flipH="1" flipV="1">
            <a:off x="10699102" y="995265"/>
            <a:ext cx="1244082" cy="746449"/>
          </a:xfrm>
          <a:prstGeom prst="homePlate">
            <a:avLst/>
          </a:prstGeom>
          <a:solidFill>
            <a:srgbClr val="BBF7D0"/>
          </a:solidFill>
          <a:ln w="12700">
            <a:solidFill>
              <a:srgbClr val="15803D"/>
            </a:solidFill>
            <a:prstDash val="solid"/>
          </a:ln>
        </p:spPr>
        <p:txBody>
          <a:bodyPr wrap="square" lIns="99060" tIns="0" rIns="99060" bIns="0" rtlCol="0" anchor="ctr">
            <a:normAutofit/>
          </a:bodyPr>
          <a:lstStyle/>
          <a:p>
            <a:pPr algn="ctr" indent="0" marL="0">
              <a:lnSpc>
                <a:spcPct val="150000"/>
              </a:lnSpc>
              <a:buNone/>
            </a:pPr>
            <a:r>
              <a:rPr lang="ja-JP" altLang="en-US" sz="1180" dirty="0">
                <a:solidFill>
                  <a:srgbClr val="000000"/>
                </a:solidFill>
                <a:latin typeface="游ゴシック" pitchFamily="34" charset="0"/>
                <a:ea typeface="游ゴシック" pitchFamily="34" charset="-122"/>
                <a:cs typeface="游ゴシック" pitchFamily="34" charset="-120"/>
              </a:rPr>
              <a:t>両方</a:t>
            </a:r>
            <a:endParaRPr lang="ja-JP" sz="1180" dirty="0"/>
          </a:p>
        </p:txBody>
      </p:sp>
      <p:sp>
        <p:nvSpPr>
          <p:cNvPr id="1382" name="Text 10-s8"/>
          <p:cNvSpPr txBox="1"/>
          <p:nvPr/>
        </p:nvSpPr>
        <p:spPr>
          <a:xfrm>
            <a:off x="373224" y="1990531"/>
            <a:ext cx="11445551" cy="205273"/>
          </a:xfrm>
          <a:prstGeom prst="rect">
            <a:avLst/>
          </a:prstGeom>
          <a:noFill/>
          <a:ln/>
        </p:spPr>
        <p:txBody>
          <a:bodyPr wrap="square" lIns="0" tIns="0" rIns="0" bIns="0" rtlCol="0" anchor="t">
            <a:normAutofit/>
          </a:bodyPr>
          <a:lstStyle/>
          <a:p>
            <a:pPr algn="l" indent="0" marL="0">
              <a:lnSpc>
                <a:spcPct val="150000"/>
              </a:lnSpc>
              <a:buNone/>
            </a:pPr>
            <a:r>
              <a:rPr lang="ja-JP" altLang="en-US" sz="1080" dirty="0">
                <a:solidFill>
                  <a:srgbClr val="000000"/>
                </a:solidFill>
                <a:latin typeface="游ゴシック" pitchFamily="34" charset="0"/>
                <a:ea typeface="游ゴシック" pitchFamily="34" charset="-122"/>
                <a:cs typeface="游ゴシック" pitchFamily="34" charset="-120"/>
              </a:rPr>
              <a:t>1 行目: 調整値（角丸 50000・矢印の柄・星の谷・ドーナツの穴）と反転（左右・左右・上下で文字が 180 度・両方）</a:t>
            </a:r>
            <a:endParaRPr lang="ja-JP" sz="1080" dirty="0"/>
          </a:p>
        </p:txBody>
      </p:sp>
      <p:sp>
        <p:nvSpPr>
          <p:cNvPr id="1383" name="conn-bent3-s8"/>
          <p:cNvSpPr/>
          <p:nvPr/>
        </p:nvSpPr>
        <p:spPr>
          <a:xfrm>
            <a:off x="373224" y="2488163"/>
            <a:ext cx="2488163" cy="1244082"/>
          </a:xfrm>
          <a:prstGeom prst="bentConnector3">
            <a:avLst/>
          </a:prstGeom>
          <a:solidFill>
            <a:srgbClr val="FFFFFF"/>
          </a:solidFill>
          <a:ln w="25400">
            <a:solidFill>
              <a:srgbClr val="7C3AED"/>
            </a:solidFill>
            <a:prstDash val="solid"/>
            <a:headEnd type="oval"/>
            <a:tailEnd type="triangle"/>
          </a:ln>
        </p:spPr>
      </p:sp>
      <p:sp>
        <p:nvSpPr>
          <p:cNvPr id="1384" name="conn-curved3-s8"/>
          <p:cNvSpPr/>
          <p:nvPr/>
        </p:nvSpPr>
        <p:spPr>
          <a:xfrm flipV="1">
            <a:off x="3234612" y="2488163"/>
            <a:ext cx="2488163" cy="1244082"/>
          </a:xfrm>
          <a:prstGeom prst="curvedConnector3">
            <a:avLst/>
          </a:prstGeom>
          <a:solidFill>
            <a:srgbClr val="FFFFFF"/>
          </a:solidFill>
          <a:ln w="25400">
            <a:solidFill>
              <a:srgbClr val="7C3AED"/>
            </a:solidFill>
            <a:prstDash val="solid"/>
            <a:tailEnd type="arrow"/>
          </a:ln>
        </p:spPr>
      </p:sp>
      <p:sp>
        <p:nvSpPr>
          <p:cNvPr id="1385" name="conn-straight1-s8"/>
          <p:cNvSpPr/>
          <p:nvPr/>
        </p:nvSpPr>
        <p:spPr>
          <a:xfrm>
            <a:off x="6096000" y="2488163"/>
            <a:ext cx="1990531" cy="1244082"/>
          </a:xfrm>
          <a:prstGeom prst="straightConnector1">
            <a:avLst/>
          </a:prstGeom>
          <a:solidFill>
            <a:srgbClr val="FFFFFF"/>
          </a:solidFill>
          <a:ln w="12700">
            <a:solidFill>
              <a:srgbClr val="7C3AED"/>
            </a:solidFill>
            <a:prstDash val="solid"/>
            <a:headEnd type="diamond"/>
            <a:tailEnd type="arrow"/>
          </a:ln>
        </p:spPr>
      </p:sp>
      <p:sp>
        <p:nvSpPr>
          <p:cNvPr id="1386" name="arc-half-s8"/>
          <p:cNvSpPr/>
          <p:nvPr/>
        </p:nvSpPr>
        <p:spPr>
          <a:xfrm>
            <a:off x="8584163" y="2488163"/>
            <a:ext cx="1492898" cy="1244082"/>
          </a:xfrm>
          <a:prstGeom prst="arc">
            <a:avLst>
              <a:gd name="adj1" fmla="val 10800000"/>
              <a:gd name="adj2" fmla="val 0"/>
            </a:avLst>
          </a:prstGeom>
          <a:solidFill>
            <a:srgbClr val="FFFFFF"/>
          </a:solidFill>
          <a:ln w="36830">
            <a:solidFill>
              <a:srgbClr val="7C3AED"/>
            </a:solidFill>
            <a:prstDash val="solid"/>
            <a:tailEnd type="stealth"/>
          </a:ln>
        </p:spPr>
      </p:sp>
      <p:sp>
        <p:nvSpPr>
          <p:cNvPr id="1387" name="brace-s8"/>
          <p:cNvSpPr/>
          <p:nvPr/>
        </p:nvSpPr>
        <p:spPr>
          <a:xfrm>
            <a:off x="10574694" y="2488163"/>
            <a:ext cx="497633" cy="1244082"/>
          </a:xfrm>
          <a:prstGeom prst="leftBrace">
            <a:avLst/>
          </a:prstGeom>
          <a:solidFill>
            <a:srgbClr val="FFFFFF"/>
          </a:solidFill>
          <a:ln w="25400">
            <a:solidFill>
              <a:srgbClr val="7C3AED"/>
            </a:solidFill>
            <a:prstDash val="solid"/>
          </a:ln>
        </p:spPr>
      </p:sp>
      <p:sp>
        <p:nvSpPr>
          <p:cNvPr id="1388" name="Text 16-s8"/>
          <p:cNvSpPr txBox="1"/>
          <p:nvPr/>
        </p:nvSpPr>
        <p:spPr>
          <a:xfrm>
            <a:off x="373224" y="3856653"/>
            <a:ext cx="11445551" cy="205273"/>
          </a:xfrm>
          <a:prstGeom prst="rect">
            <a:avLst/>
          </a:prstGeom>
          <a:noFill/>
          <a:ln/>
        </p:spPr>
        <p:txBody>
          <a:bodyPr wrap="square" lIns="0" tIns="0" rIns="0" bIns="0" rtlCol="0" anchor="t">
            <a:normAutofit/>
          </a:bodyPr>
          <a:lstStyle/>
          <a:p>
            <a:pPr algn="l" indent="0" marL="0">
              <a:lnSpc>
                <a:spcPct val="150000"/>
              </a:lnSpc>
              <a:buNone/>
            </a:pPr>
            <a:r>
              <a:rPr lang="ja-JP" altLang="en-US" sz="1080" dirty="0">
                <a:solidFill>
                  <a:srgbClr val="000000"/>
                </a:solidFill>
                <a:latin typeface="游ゴシック" pitchFamily="34" charset="0"/>
                <a:ea typeface="游ゴシック" pitchFamily="34" charset="-122"/>
                <a:cs typeface="游ゴシック" pitchFamily="34" charset="-120"/>
              </a:rPr>
              <a:t>2 行目: 矢じり（折れ線は oval と triangle、上下反転の曲線は arrow、細い直線は diamond と arrow、円弧は stealth）と中かっこ</a:t>
            </a:r>
            <a:endParaRPr lang="ja-JP" sz="1080" dirty="0"/>
          </a:p>
        </p:txBody>
      </p:sp>
      <p:sp>
        <p:nvSpPr>
          <p:cNvPr id="1389" name="text-ellipse-s8"/>
          <p:cNvSpPr/>
          <p:nvPr/>
        </p:nvSpPr>
        <p:spPr>
          <a:xfrm>
            <a:off x="373224" y="4354286"/>
            <a:ext cx="2736980" cy="1866122"/>
          </a:xfrm>
          <a:prstGeom prst="ellipse">
            <a:avLst/>
          </a:prstGeom>
          <a:solidFill>
            <a:srgbClr val="FECACA"/>
          </a:solidFill>
          <a:ln w="12700">
            <a:solidFill>
              <a:srgbClr val="B91C1C"/>
            </a:solidFill>
            <a:prstDash val="solid"/>
          </a:ln>
        </p:spPr>
        <p:txBody>
          <a:bodyPr wrap="square" lIns="99060" tIns="0" rIns="99060" bIns="0" rtlCol="0" anchor="ctr">
            <a:normAutofit/>
          </a:bodyPr>
          <a:lstStyle/>
          <a:p>
            <a:pPr algn="ctr" indent="0" marL="0">
              <a:lnSpc>
                <a:spcPct val="150000"/>
              </a:lnSpc>
              <a:spcBef>
                <a:spcPts val="2150"/>
              </a:spcBef>
              <a:spcAft>
                <a:spcPts val="2150"/>
              </a:spcAft>
              <a:buNone/>
            </a:pPr>
            <a:r>
              <a:rPr lang="ja-JP" altLang="en-US" sz="1370" dirty="0">
                <a:solidFill>
                  <a:srgbClr val="000000"/>
                </a:solidFill>
                <a:latin typeface="游ゴシック" pitchFamily="34" charset="0"/>
                <a:ea typeface="游ゴシック" pitchFamily="34" charset="-122"/>
                <a:cs typeface="游ゴシック" pitchFamily="34" charset="-120"/>
              </a:rPr>
              <a:t>楕円の文字の枠は内接する矩形。長い文は枠の中で折り返す</a:t>
            </a:r>
            <a:endParaRPr lang="ja-JP" sz="1370" dirty="0"/>
          </a:p>
        </p:txBody>
      </p:sp>
      <p:sp>
        <p:nvSpPr>
          <p:cNvPr id="1390" name="text-triangle-s8"/>
          <p:cNvSpPr/>
          <p:nvPr/>
        </p:nvSpPr>
        <p:spPr>
          <a:xfrm>
            <a:off x="3483429" y="4354286"/>
            <a:ext cx="2736980" cy="1866122"/>
          </a:xfrm>
          <a:prstGeom prst="triangle">
            <a:avLst/>
          </a:prstGeom>
          <a:solidFill>
            <a:srgbClr val="FECACA"/>
          </a:solidFill>
          <a:ln w="12700">
            <a:solidFill>
              <a:srgbClr val="B91C1C"/>
            </a:solidFill>
            <a:prstDash val="solid"/>
          </a:ln>
        </p:spPr>
        <p:txBody>
          <a:bodyPr wrap="square" lIns="99060" tIns="0" rIns="99060" bIns="0" rtlCol="0" anchor="ctr">
            <a:normAutofit/>
          </a:bodyPr>
          <a:lstStyle/>
          <a:p>
            <a:pPr algn="ctr" indent="0" marL="0">
              <a:lnSpc>
                <a:spcPct val="150000"/>
              </a:lnSpc>
              <a:spcBef>
                <a:spcPts val="7350"/>
              </a:spcBef>
              <a:buNone/>
            </a:pPr>
            <a:r>
              <a:rPr lang="ja-JP" altLang="en-US" sz="1370" dirty="0">
                <a:solidFill>
                  <a:srgbClr val="000000"/>
                </a:solidFill>
                <a:latin typeface="游ゴシック" pitchFamily="34" charset="0"/>
                <a:ea typeface="游ゴシック" pitchFamily="34" charset="-122"/>
                <a:cs typeface="游ゴシック" pitchFamily="34" charset="-120"/>
              </a:rPr>
              <a:t>三角の文字は下半分</a:t>
            </a:r>
            <a:endParaRPr lang="ja-JP" sz="1370" dirty="0"/>
          </a:p>
        </p:txBody>
      </p:sp>
      <p:sp>
        <p:nvSpPr>
          <p:cNvPr id="1391" name="text-callout-s8"/>
          <p:cNvSpPr/>
          <p:nvPr/>
        </p:nvSpPr>
        <p:spPr>
          <a:xfrm>
            <a:off x="6593633" y="4354286"/>
            <a:ext cx="2239347" cy="1119673"/>
          </a:xfrm>
          <a:prstGeom prst="wedgeRoundRectCallout">
            <a:avLst/>
          </a:prstGeom>
          <a:solidFill>
            <a:srgbClr val="FECACA"/>
          </a:solidFill>
          <a:ln w="12700">
            <a:solidFill>
              <a:srgbClr val="B91C1C"/>
            </a:solidFill>
            <a:prstDash val="solid"/>
          </a:ln>
        </p:spPr>
        <p:txBody>
          <a:bodyPr wrap="square" lIns="99060" tIns="0" rIns="99060" bIns="0" rtlCol="0" anchor="t">
            <a:normAutofit/>
          </a:bodyPr>
          <a:lstStyle/>
          <a:p>
            <a:pPr algn="ctr" indent="0" marL="0">
              <a:lnSpc>
                <a:spcPct val="150000"/>
              </a:lnSpc>
              <a:spcBef>
                <a:spcPts val="430"/>
              </a:spcBef>
              <a:spcAft>
                <a:spcPts val="430"/>
              </a:spcAft>
              <a:buNone/>
            </a:pPr>
            <a:r>
              <a:rPr lang="ja-JP" altLang="en-US" sz="1370" dirty="0">
                <a:solidFill>
                  <a:srgbClr val="000000"/>
                </a:solidFill>
                <a:latin typeface="游ゴシック" pitchFamily="34" charset="0"/>
                <a:ea typeface="游ゴシック" pitchFamily="34" charset="-122"/>
                <a:cs typeface="游ゴシック" pitchFamily="34" charset="-120"/>
              </a:rPr>
              <a:t>吹き出し（上寄せ）</a:t>
            </a:r>
            <a:endParaRPr lang="ja-JP" sz="1370" dirty="0"/>
          </a:p>
        </p:txBody>
      </p:sp>
      <p:sp>
        <p:nvSpPr>
          <p:cNvPr id="1392" name="text-ellipse-auto-s8"/>
          <p:cNvSpPr/>
          <p:nvPr/>
        </p:nvSpPr>
        <p:spPr>
          <a:xfrm>
            <a:off x="9206204" y="4354286"/>
            <a:ext cx="2736980" cy="522514"/>
          </a:xfrm>
          <a:prstGeom prst="ellipse">
            <a:avLst/>
          </a:prstGeom>
          <a:solidFill>
            <a:srgbClr val="FECACA"/>
          </a:solidFill>
          <a:ln w="12700">
            <a:solidFill>
              <a:srgbClr val="B91C1C"/>
            </a:solidFill>
            <a:prstDash val="solid"/>
          </a:ln>
        </p:spPr>
        <p:txBody>
          <a:bodyPr wrap="square" lIns="99060" tIns="0" rIns="99060" bIns="0" rtlCol="0" anchor="ctr">
            <a:normAutofit/>
          </a:bodyPr>
          <a:lstStyle/>
          <a:p>
            <a:pPr algn="ctr" indent="0" marL="0">
              <a:lnSpc>
                <a:spcPct val="150000"/>
              </a:lnSpc>
              <a:buNone/>
            </a:pPr>
            <a:r>
              <a:rPr lang="ja-JP" altLang="en-US" sz="1370" dirty="0">
                <a:solidFill>
                  <a:srgbClr val="000000"/>
                </a:solidFill>
                <a:latin typeface="游ゴシック" pitchFamily="34" charset="0"/>
                <a:ea typeface="游ゴシック" pitchFamily="34" charset="-122"/>
                <a:cs typeface="游ゴシック" pitchFamily="34" charset="-120"/>
              </a:rPr>
              <a:t>w だけは枠全体</a:t>
            </a:r>
            <a:br/>
            <a:r>
              <a:rPr lang="ja-JP" altLang="en-US" sz="1370" dirty="0">
                <a:solidFill>
                  <a:srgbClr val="000000"/>
                </a:solidFill>
                <a:latin typeface="游ゴシック" pitchFamily="34" charset="0"/>
                <a:ea typeface="游ゴシック" pitchFamily="34" charset="-122"/>
                <a:cs typeface="游ゴシック" pitchFamily="34" charset="-120"/>
              </a:rPr>
              <a:t>高さは中身の 2 行で決まる</a:t>
            </a:r>
            <a:endParaRPr lang="ja-JP" sz="1370" dirty="0"/>
          </a:p>
        </p:txBody>
      </p:sp>
      <p:sp>
        <p:nvSpPr>
          <p:cNvPr id="1393" name="rot-wauto-s8"/>
          <p:cNvSpPr/>
          <p:nvPr/>
        </p:nvSpPr>
        <p:spPr>
          <a:xfrm rot="1800000">
            <a:off x="9455020" y="5473959"/>
            <a:ext cx="1418253" cy="746449"/>
          </a:xfrm>
          <a:prstGeom prst="hexagon">
            <a:avLst/>
          </a:prstGeom>
          <a:solidFill>
            <a:srgbClr val="FECACA"/>
          </a:solidFill>
          <a:ln w="12700">
            <a:solidFill>
              <a:srgbClr val="B91C1C"/>
            </a:solidFill>
            <a:prstDash val="solid"/>
          </a:ln>
        </p:spPr>
        <p:txBody>
          <a:bodyPr wrap="square" lIns="99060" tIns="0" rIns="99060" bIns="0" rtlCol="0" anchor="ctr">
            <a:normAutofit/>
          </a:bodyPr>
          <a:lstStyle/>
          <a:p>
            <a:pPr algn="ctr" indent="0" marL="0">
              <a:lnSpc>
                <a:spcPct val="150000"/>
              </a:lnSpc>
              <a:buNone/>
            </a:pPr>
            <a:r>
              <a:rPr lang="ja-JP" altLang="en-US" sz="1370" dirty="0">
                <a:solidFill>
                  <a:srgbClr val="000000"/>
                </a:solidFill>
                <a:latin typeface="游ゴシック" pitchFamily="34" charset="0"/>
                <a:ea typeface="游ゴシック" pitchFamily="34" charset="-122"/>
                <a:cs typeface="游ゴシック" pitchFamily="34" charset="-120"/>
              </a:rPr>
              <a:t>回転と実測の幅</a:t>
            </a:r>
            <a:endParaRPr lang="ja-JP" sz="1370" dirty="0"/>
          </a:p>
        </p:txBody>
      </p:sp>
      <p:sp>
        <p:nvSpPr>
          <p:cNvPr id="1394" name="honly-star4-s8"/>
          <p:cNvSpPr/>
          <p:nvPr/>
        </p:nvSpPr>
        <p:spPr>
          <a:xfrm>
            <a:off x="6593633" y="5847184"/>
            <a:ext cx="1318727" cy="497633"/>
          </a:xfrm>
          <a:prstGeom prst="star4">
            <a:avLst/>
          </a:prstGeom>
          <a:solidFill>
            <a:srgbClr val="DBEAFE"/>
          </a:solidFill>
          <a:ln w="12700">
            <a:solidFill>
              <a:srgbClr val="1D4ED8"/>
            </a:solidFill>
            <a:prstDash val="solid"/>
          </a:ln>
        </p:spPr>
        <p:txBody>
          <a:bodyPr wrap="square" lIns="99060" tIns="0" rIns="99060" bIns="0" rtlCol="0" anchor="ctr">
            <a:normAutofit/>
          </a:bodyPr>
          <a:lstStyle/>
          <a:p>
            <a:pPr algn="ctr" indent="0" marL="0">
              <a:lnSpc>
                <a:spcPct val="150000"/>
              </a:lnSpc>
              <a:buNone/>
            </a:pPr>
            <a:r>
              <a:rPr lang="ja-JP" altLang="en-US" sz="980" dirty="0">
                <a:solidFill>
                  <a:srgbClr val="000000"/>
                </a:solidFill>
                <a:latin typeface="游ゴシック" pitchFamily="34" charset="0"/>
                <a:ea typeface="游ゴシック" pitchFamily="34" charset="-122"/>
                <a:cs typeface="游ゴシック" pitchFamily="34" charset="-120"/>
              </a:rPr>
              <a:t>四つ星の中の長い文</a:t>
            </a:r>
            <a:endParaRPr lang="ja-JP" sz="980" dirty="0"/>
          </a:p>
        </p:txBody>
      </p:sp>
      <p:sp>
        <p:nvSpPr>
          <p:cNvPr id="1395" name="honly-pie-s8"/>
          <p:cNvSpPr/>
          <p:nvPr/>
        </p:nvSpPr>
        <p:spPr>
          <a:xfrm>
            <a:off x="8335347" y="5946710"/>
            <a:ext cx="323461" cy="298580"/>
          </a:xfrm>
          <a:prstGeom prst="pie">
            <a:avLst/>
          </a:prstGeom>
          <a:solidFill>
            <a:srgbClr val="DBEAFE"/>
          </a:solidFill>
          <a:ln w="12700">
            <a:solidFill>
              <a:srgbClr val="1D4ED8"/>
            </a:solidFill>
            <a:prstDash val="solid"/>
          </a:ln>
        </p:spPr>
        <p:txBody>
          <a:bodyPr wrap="square" lIns="99060" tIns="0" rIns="99060" bIns="0" rtlCol="0" anchor="ctr">
            <a:normAutofit/>
          </a:bodyPr>
          <a:lstStyle/>
          <a:p>
            <a:pPr algn="ctr" indent="0" marL="0">
              <a:lnSpc>
                <a:spcPct val="150000"/>
              </a:lnSpc>
              <a:buNone/>
            </a:pPr>
            <a:r>
              <a:rPr lang="ja-JP" altLang="en-US" sz="980" dirty="0">
                <a:solidFill>
                  <a:srgbClr val="000000"/>
                </a:solidFill>
                <a:latin typeface="游ゴシック" pitchFamily="34" charset="0"/>
                <a:ea typeface="游ゴシック" pitchFamily="34" charset="-122"/>
                <a:cs typeface="游ゴシック" pitchFamily="34" charset="-120"/>
              </a:rPr>
              <a:t>あ</a:t>
            </a:r>
            <a:endParaRPr lang="ja-JP" sz="980" dirty="0"/>
          </a:p>
        </p:txBody>
      </p:sp>
      <p:sp>
        <p:nvSpPr>
          <p:cNvPr id="1396" name="Text 24-s8"/>
          <p:cNvSpPr txBox="1"/>
          <p:nvPr/>
        </p:nvSpPr>
        <p:spPr>
          <a:xfrm>
            <a:off x="373224" y="6369698"/>
            <a:ext cx="5971592" cy="410547"/>
          </a:xfrm>
          <a:prstGeom prst="rect">
            <a:avLst/>
          </a:prstGeom>
          <a:noFill/>
          <a:ln/>
        </p:spPr>
        <p:txBody>
          <a:bodyPr wrap="square" lIns="0" tIns="0" rIns="0" bIns="0" rtlCol="0" anchor="t">
            <a:normAutofit/>
          </a:bodyPr>
          <a:lstStyle/>
          <a:p>
            <a:pPr algn="l" indent="0" marL="0">
              <a:lnSpc>
                <a:spcPct val="150000"/>
              </a:lnSpc>
              <a:buNone/>
            </a:pPr>
            <a:r>
              <a:rPr lang="ja-JP" altLang="en-US" sz="1080" dirty="0">
                <a:solidFill>
                  <a:srgbClr val="000000"/>
                </a:solidFill>
                <a:latin typeface="游ゴシック" pitchFamily="34" charset="0"/>
                <a:ea typeface="游ゴシック" pitchFamily="34" charset="-122"/>
                <a:cs typeface="游ゴシック" pitchFamily="34" charset="-120"/>
              </a:rPr>
              <a:t>3 行目: 文字の枠（楕円は内接矩形、三角は下半分）は w と h の両方があるときだけ。w だけ・h だけ（右の楕円・六角形・四つ星・扇形）は枠全体に置き、幅や高さは中身で決まる</a:t>
            </a:r>
            <a:endParaRPr lang="ja-JP" sz="1080" dirty="0"/>
          </a:p>
        </p:txBody>
      </p:sp>
      <p:sp>
        <p:nvSpPr>
          <p:cNvPr id="1397" name="edge-big-s9"/>
          <p:cNvSpPr/>
          <p:nvPr/>
        </p:nvSpPr>
        <p:spPr>
          <a:xfrm>
            <a:off x="373224" y="1119673"/>
            <a:ext cx="1866122" cy="995265"/>
          </a:xfrm>
          <a:prstGeom prst="rightArrow">
            <a:avLst/>
          </a:prstGeom>
          <a:solidFill>
            <a:srgbClr val="FDE68A"/>
          </a:solidFill>
          <a:ln w="12700">
            <a:solidFill>
              <a:srgbClr val="B45309"/>
            </a:solidFill>
            <a:prstDash val="solid"/>
          </a:ln>
        </p:spPr>
        <p:txBody>
          <a:bodyPr wrap="square" lIns="99060" tIns="0" rIns="99060" bIns="0" rtlCol="0" anchor="ctr">
            <a:normAutofit/>
          </a:bodyPr>
          <a:lstStyle/>
          <a:p>
            <a:pPr algn="ctr" indent="0" marL="0">
              <a:lnSpc>
                <a:spcPct val="150000"/>
              </a:lnSpc>
              <a:spcBef>
                <a:spcPts val="1960"/>
              </a:spcBef>
              <a:spcAft>
                <a:spcPts val="1960"/>
              </a:spcAft>
              <a:buNone/>
            </a:pPr>
            <a:r>
              <a:rPr lang="ja-JP" altLang="en-US" sz="1080" dirty="0">
                <a:solidFill>
                  <a:srgbClr val="000000"/>
                </a:solidFill>
                <a:latin typeface="游ゴシック" pitchFamily="34" charset="0"/>
                <a:ea typeface="游ゴシック" pitchFamily="34" charset="-122"/>
                <a:cs typeface="游ゴシック" pitchFamily="34" charset="-120"/>
              </a:rPr>
              <a:t>範囲外は既定</a:t>
            </a:r>
            <a:endParaRPr lang="ja-JP" sz="1080" dirty="0"/>
          </a:p>
        </p:txBody>
      </p:sp>
      <p:sp>
        <p:nvSpPr>
          <p:cNvPr id="1398" name="edge-frac-s9"/>
          <p:cNvSpPr/>
          <p:nvPr/>
        </p:nvSpPr>
        <p:spPr>
          <a:xfrm>
            <a:off x="2736980" y="1119673"/>
            <a:ext cx="1866122" cy="995265"/>
          </a:xfrm>
          <a:prstGeom prst="wedgeRectCallout">
            <a:avLst>
              <a:gd name="adj1" fmla="val 0"/>
              <a:gd name="adj2" fmla="val 80001"/>
            </a:avLst>
          </a:prstGeom>
          <a:solidFill>
            <a:srgbClr val="FDE68A"/>
          </a:solidFill>
          <a:ln w="12700">
            <a:solidFill>
              <a:srgbClr val="B45309"/>
            </a:solidFill>
            <a:prstDash val="solid"/>
          </a:ln>
        </p:spPr>
        <p:txBody>
          <a:bodyPr wrap="square" lIns="99060" tIns="0" rIns="99060" bIns="0" rtlCol="0" anchor="ctr">
            <a:normAutofit/>
          </a:bodyPr>
          <a:lstStyle/>
          <a:p>
            <a:pPr algn="ctr" indent="0" marL="0">
              <a:lnSpc>
                <a:spcPct val="150000"/>
              </a:lnSpc>
              <a:buNone/>
            </a:pPr>
            <a:r>
              <a:rPr lang="ja-JP" altLang="en-US" sz="1080" dirty="0">
                <a:solidFill>
                  <a:srgbClr val="000000"/>
                </a:solidFill>
                <a:latin typeface="游ゴシック" pitchFamily="34" charset="0"/>
                <a:ea typeface="游ゴシック" pitchFamily="34" charset="-122"/>
                <a:cs typeface="游ゴシック" pitchFamily="34" charset="-120"/>
              </a:rPr>
              <a:t>小数は丸め</a:t>
            </a:r>
            <a:endParaRPr lang="ja-JP" sz="1080" dirty="0"/>
          </a:p>
        </p:txBody>
      </p:sp>
      <p:sp>
        <p:nvSpPr>
          <p:cNvPr id="1399" name="edge-circ-s9"/>
          <p:cNvSpPr/>
          <p:nvPr/>
        </p:nvSpPr>
        <p:spPr>
          <a:xfrm>
            <a:off x="5100735" y="995265"/>
            <a:ext cx="1492898" cy="1244082"/>
          </a:xfrm>
          <a:prstGeom prst="circularArrow">
            <a:avLst>
              <a:gd name="adj5" fmla="val 12501"/>
            </a:avLst>
          </a:prstGeom>
          <a:solidFill>
            <a:srgbClr val="FDE68A"/>
          </a:solidFill>
          <a:ln w="12700">
            <a:solidFill>
              <a:srgbClr val="B45309"/>
            </a:solidFill>
            <a:prstDash val="solid"/>
          </a:ln>
        </p:spPr>
      </p:sp>
      <p:sp>
        <p:nvSpPr>
          <p:cNvPr id="1400" name="edge-blockarc-s9"/>
          <p:cNvSpPr/>
          <p:nvPr/>
        </p:nvSpPr>
        <p:spPr>
          <a:xfrm>
            <a:off x="7091265" y="995265"/>
            <a:ext cx="1492898" cy="1244082"/>
          </a:xfrm>
          <a:prstGeom prst="blockArc">
            <a:avLst>
              <a:gd name="adj1" fmla="val 10800000"/>
              <a:gd name="adj2" fmla="val 0"/>
              <a:gd name="adj3" fmla="val 25000"/>
            </a:avLst>
          </a:prstGeom>
          <a:solidFill>
            <a:srgbClr val="FDE68A"/>
          </a:solidFill>
          <a:ln w="12700">
            <a:solidFill>
              <a:srgbClr val="B45309"/>
            </a:solidFill>
            <a:prstDash val="solid"/>
          </a:ln>
        </p:spPr>
      </p:sp>
      <p:sp>
        <p:nvSpPr>
          <p:cNvPr id="1401" name="edge-huge-s9"/>
          <p:cNvSpPr/>
          <p:nvPr/>
        </p:nvSpPr>
        <p:spPr>
          <a:xfrm>
            <a:off x="9206204" y="995265"/>
            <a:ext cx="1244082" cy="1244082"/>
          </a:xfrm>
          <a:prstGeom prst="donut">
            <a:avLst/>
          </a:prstGeom>
          <a:solidFill>
            <a:srgbClr val="FDE68A"/>
          </a:solidFill>
          <a:ln w="12700">
            <a:solidFill>
              <a:srgbClr val="B45309"/>
            </a:solidFill>
            <a:prstDash val="solid"/>
          </a:ln>
        </p:spPr>
      </p:sp>
      <p:sp>
        <p:nvSpPr>
          <p:cNvPr id="1402" name="edge-str-s9"/>
          <p:cNvSpPr/>
          <p:nvPr/>
        </p:nvSpPr>
        <p:spPr>
          <a:xfrm>
            <a:off x="373224" y="2861388"/>
            <a:ext cx="1244082" cy="1244082"/>
          </a:xfrm>
          <a:prstGeom prst="star5">
            <a:avLst>
              <a:gd name="hf" fmla="val 50000"/>
            </a:avLst>
          </a:prstGeom>
          <a:solidFill>
            <a:srgbClr val="FDE68A"/>
          </a:solidFill>
          <a:ln w="12700">
            <a:solidFill>
              <a:srgbClr val="B45309"/>
            </a:solidFill>
            <a:prstDash val="solid"/>
          </a:ln>
        </p:spPr>
      </p:sp>
      <p:sp>
        <p:nvSpPr>
          <p:cNvPr id="1403" name="edge-rr-big-s9"/>
          <p:cNvSpPr/>
          <p:nvPr/>
        </p:nvSpPr>
        <p:spPr>
          <a:xfrm>
            <a:off x="2114939" y="2985796"/>
            <a:ext cx="1866122" cy="995265"/>
          </a:xfrm>
          <a:prstGeom prst="roundRect">
            <a:avLst>
              <a:gd name="adj" fmla="val 25000"/>
            </a:avLst>
          </a:prstGeom>
          <a:solidFill>
            <a:srgbClr val="FDE68A"/>
          </a:solidFill>
          <a:ln w="12700">
            <a:solidFill>
              <a:srgbClr val="B45309"/>
            </a:solidFill>
            <a:prstDash val="solid"/>
          </a:ln>
        </p:spPr>
        <p:txBody>
          <a:bodyPr wrap="square" lIns="99060" tIns="0" rIns="99060" bIns="0" rtlCol="0" anchor="ctr">
            <a:normAutofit/>
          </a:bodyPr>
          <a:lstStyle/>
          <a:p>
            <a:pPr algn="ctr" indent="0" marL="0">
              <a:lnSpc>
                <a:spcPct val="150000"/>
              </a:lnSpc>
              <a:spcBef>
                <a:spcPts val="570"/>
              </a:spcBef>
              <a:spcAft>
                <a:spcPts val="570"/>
              </a:spcAft>
              <a:buNone/>
            </a:pPr>
            <a:r>
              <a:rPr lang="ja-JP" altLang="en-US" sz="1080" dirty="0">
                <a:solidFill>
                  <a:srgbClr val="000000"/>
                </a:solidFill>
                <a:latin typeface="游ゴシック" pitchFamily="34" charset="0"/>
                <a:ea typeface="游ゴシック" pitchFamily="34" charset="-122"/>
                <a:cs typeface="游ゴシック" pitchFamily="34" charset="-120"/>
              </a:rPr>
              <a:t>radius 20</a:t>
            </a:r>
            <a:endParaRPr lang="ja-JP" sz="1080" dirty="0"/>
          </a:p>
        </p:txBody>
      </p:sp>
      <p:sp>
        <p:nvSpPr>
          <p:cNvPr id="1404" name="edge-rr-neg-s9"/>
          <p:cNvSpPr/>
          <p:nvPr/>
        </p:nvSpPr>
        <p:spPr>
          <a:xfrm>
            <a:off x="4478694" y="2985796"/>
            <a:ext cx="1866122" cy="995265"/>
          </a:xfrm>
          <a:prstGeom prst="roundRect">
            <a:avLst>
              <a:gd name="adj" fmla="val 0"/>
            </a:avLst>
          </a:prstGeom>
          <a:solidFill>
            <a:srgbClr val="FDE68A"/>
          </a:solidFill>
          <a:ln w="12700">
            <a:solidFill>
              <a:srgbClr val="B45309"/>
            </a:solidFill>
            <a:prstDash val="solid"/>
          </a:ln>
        </p:spPr>
        <p:txBody>
          <a:bodyPr wrap="square" lIns="99060" tIns="0" rIns="99060" bIns="0" rtlCol="0" anchor="ctr">
            <a:normAutofit/>
          </a:bodyPr>
          <a:lstStyle/>
          <a:p>
            <a:pPr algn="ctr" indent="0" marL="0">
              <a:lnSpc>
                <a:spcPct val="150000"/>
              </a:lnSpc>
              <a:buNone/>
            </a:pPr>
            <a:r>
              <a:rPr lang="ja-JP" altLang="en-US" sz="1080" dirty="0">
                <a:solidFill>
                  <a:srgbClr val="000000"/>
                </a:solidFill>
                <a:latin typeface="游ゴシック" pitchFamily="34" charset="0"/>
                <a:ea typeface="游ゴシック" pitchFamily="34" charset="-122"/>
                <a:cs typeface="游ゴシック" pitchFamily="34" charset="-120"/>
              </a:rPr>
              <a:t>adj -0.4</a:t>
            </a:r>
            <a:endParaRPr lang="ja-JP" sz="1080" dirty="0"/>
          </a:p>
        </p:txBody>
      </p:sp>
      <p:sp>
        <p:nvSpPr>
          <p:cNvPr id="1405" name="edge-unknown-s9"/>
          <p:cNvSpPr/>
          <p:nvPr/>
        </p:nvSpPr>
        <p:spPr>
          <a:xfrm>
            <a:off x="6842449" y="2985796"/>
            <a:ext cx="1866122" cy="995265"/>
          </a:xfrm>
          <a:prstGeom prst="rect">
            <a:avLst/>
          </a:prstGeom>
          <a:solidFill>
            <a:srgbClr val="FDE68A"/>
          </a:solidFill>
          <a:ln w="12700">
            <a:solidFill>
              <a:srgbClr val="B45309"/>
            </a:solidFill>
            <a:prstDash val="solid"/>
          </a:ln>
        </p:spPr>
        <p:txBody>
          <a:bodyPr wrap="square" lIns="99060" tIns="0" rIns="99060" bIns="0" rtlCol="0" anchor="ctr">
            <a:normAutofit/>
          </a:bodyPr>
          <a:lstStyle/>
          <a:p>
            <a:pPr algn="ctr" indent="0" marL="0">
              <a:lnSpc>
                <a:spcPct val="150000"/>
              </a:lnSpc>
              <a:buNone/>
            </a:pPr>
            <a:r>
              <a:rPr lang="ja-JP" altLang="en-US" sz="1080" dirty="0">
                <a:solidFill>
                  <a:srgbClr val="000000"/>
                </a:solidFill>
                <a:latin typeface="游ゴシック" pitchFamily="34" charset="0"/>
                <a:ea typeface="游ゴシック" pitchFamily="34" charset="-122"/>
                <a:cs typeface="游ゴシック" pitchFamily="34" charset="-120"/>
              </a:rPr>
              <a:t>知らない図形</a:t>
            </a:r>
            <a:endParaRPr lang="ja-JP" sz="1080" dirty="0"/>
          </a:p>
        </p:txBody>
      </p:sp>
      <p:sp>
        <p:nvSpPr>
          <p:cNvPr id="1406" name="edge-bogus-s9"/>
          <p:cNvSpPr/>
          <p:nvPr/>
        </p:nvSpPr>
        <p:spPr>
          <a:xfrm>
            <a:off x="9206204" y="2985796"/>
            <a:ext cx="2239347" cy="995265"/>
          </a:xfrm>
          <a:prstGeom prst="bentConnector3">
            <a:avLst/>
          </a:prstGeom>
          <a:solidFill>
            <a:srgbClr val="FFFFFF"/>
          </a:solidFill>
          <a:ln w="25400">
            <a:solidFill>
              <a:srgbClr val="7C3AED"/>
            </a:solidFill>
            <a:prstDash val="solid"/>
            <a:headEnd type="oval"/>
            <a:tailEnd type="arrow"/>
          </a:ln>
        </p:spPr>
      </p:sp>
      <p:sp>
        <p:nvSpPr>
          <p:cNvPr id="1407" name="edge-line-bogus-s9"/>
          <p:cNvSpPr/>
          <p:nvPr/>
        </p:nvSpPr>
        <p:spPr>
          <a:xfrm>
            <a:off x="373224" y="4727510"/>
            <a:ext cx="3732245" cy="497633"/>
          </a:xfrm>
          <a:prstGeom prst="line">
            <a:avLst/>
          </a:prstGeom>
          <a:noFill/>
          <a:ln w="25400">
            <a:solidFill>
              <a:srgbClr val="7C3AED"/>
            </a:solidFill>
            <a:prstDash val="solid"/>
            <a:headEnd type="arrow"/>
            <a:tailEnd type="stealth"/>
          </a:ln>
        </p:spPr>
      </p:sp>
      <p:sp>
        <p:nvSpPr>
          <p:cNvPr id="1408" name="edge-arc-frac-s9"/>
          <p:cNvSpPr/>
          <p:nvPr/>
        </p:nvSpPr>
        <p:spPr>
          <a:xfrm>
            <a:off x="4727510" y="4478694"/>
            <a:ext cx="1492898" cy="1244082"/>
          </a:xfrm>
          <a:prstGeom prst="arc">
            <a:avLst>
              <a:gd name="adj1" fmla="val 16200001"/>
              <a:gd name="adj2" fmla="val 0"/>
            </a:avLst>
          </a:prstGeom>
          <a:solidFill>
            <a:srgbClr val="FFFFFF"/>
          </a:solidFill>
          <a:ln w="25400">
            <a:solidFill>
              <a:srgbClr val="7C3AED"/>
            </a:solidFill>
            <a:prstDash val="solid"/>
            <a:tailEnd type="diamond"/>
          </a:ln>
        </p:spPr>
      </p:sp>
      <p:sp>
        <p:nvSpPr>
          <p:cNvPr id="1409" name="Text 14-s9"/>
          <p:cNvSpPr txBox="1"/>
          <p:nvPr/>
        </p:nvSpPr>
        <p:spPr>
          <a:xfrm>
            <a:off x="373224" y="5971592"/>
            <a:ext cx="11445551" cy="205273"/>
          </a:xfrm>
          <a:prstGeom prst="rect">
            <a:avLst/>
          </a:prstGeom>
          <a:noFill/>
          <a:ln/>
        </p:spPr>
        <p:txBody>
          <a:bodyPr wrap="square" lIns="0" tIns="0" rIns="0" bIns="0" rtlCol="0" anchor="t">
            <a:normAutofit/>
          </a:bodyPr>
          <a:lstStyle/>
          <a:p>
            <a:pPr algn="l" indent="0" marL="0">
              <a:lnSpc>
                <a:spcPct val="150000"/>
              </a:lnSpc>
              <a:buNone/>
            </a:pPr>
            <a:r>
              <a:rPr lang="ja-JP" altLang="en-US" sz="1080" dirty="0">
                <a:solidFill>
                  <a:srgbClr val="000000"/>
                </a:solidFill>
                <a:latin typeface="游ゴシック" pitchFamily="34" charset="0"/>
                <a:ea typeface="游ゴシック" pitchFamily="34" charset="-122"/>
                <a:cs typeface="游ゴシック" pitchFamily="34" charset="-120"/>
              </a:rPr>
              <a:t>調整値は Slidev でも PPTX と同じく、定義に無い名前・数でない値・丸めて 32 bit 整数の範囲外を捨て、整数に丸めて使う。知らない矢じりは arrow、知らない図形は rect</a:t>
            </a:r>
            <a:endParaRPr lang="ja-JP" sz="1080" dirty="0"/>
          </a:p>
        </p:txBody>
      </p:sp>
    </p:spTree>
    <p:extLst>
      <p:ext uri="{BB962C8B-B14F-4D97-AF65-F5344CB8AC3E}">
        <p14:creationId xmlns:p14="http://schemas.microsoft.com/office/powerpoint/2010/main" val="7645044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677334" y="609600"/>
            <a:ext cx="9127066" cy="1320800"/>
          </a:xfrm>
        </p:spPr>
        <p:txBody>
          <a:bodyPr/>
          <a:lstStyle/>
          <a:p>
            <a:r>
              <a:rPr kumimoji="1" lang="ja-JP" altLang="en-US" dirty="0" smtClean="0"/>
              <a:t>明治大学公式キャラクター「めいじろう」</a:t>
            </a:r>
            <a:endParaRPr kumimoji="1" lang="ja-JP" altLang="en-US" dirty="0"/>
          </a:p>
        </p:txBody>
      </p:sp>
      <p:sp>
        <p:nvSpPr>
          <p:cNvPr id="3" name="スライド番号プレースホルダー 2"/>
          <p:cNvSpPr>
            <a:spLocks noGrp="1"/>
          </p:cNvSpPr>
          <p:nvPr>
            <p:ph type="sldNum" sz="quarter" idx="12"/>
          </p:nvPr>
        </p:nvSpPr>
        <p:spPr/>
        <p:txBody>
          <a:bodyPr/>
          <a:lstStyle/>
          <a:p>
            <a:fld id="{6651ECFF-2854-424D-8B49-D94BBB1FBBE7}" type="slidenum">
              <a:rPr kumimoji="1" lang="ja-JP" altLang="en-US" smtClean="0"/>
              <a:t>6</a:t>
            </a:fld>
            <a:endParaRPr kumimoji="1" lang="ja-JP" altLang="en-US"/>
          </a:p>
        </p:txBody>
      </p:sp>
      <p:pic>
        <p:nvPicPr>
          <p:cNvPr id="4" name="図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30574" y="1606549"/>
            <a:ext cx="3527425" cy="3527425"/>
          </a:xfrm>
          <a:prstGeom prst="rect">
            <a:avLst/>
          </a:prstGeom>
        </p:spPr>
      </p:pic>
      <p:sp>
        <p:nvSpPr>
          <p:cNvPr id="6" name="正方形/長方形 5"/>
          <p:cNvSpPr/>
          <p:nvPr/>
        </p:nvSpPr>
        <p:spPr>
          <a:xfrm>
            <a:off x="930259" y="5577593"/>
            <a:ext cx="8002073" cy="646331"/>
          </a:xfrm>
          <a:prstGeom prst="rect">
            <a:avLst/>
          </a:prstGeom>
        </p:spPr>
        <p:txBody>
          <a:bodyPr wrap="square">
            <a:spAutoFit/>
          </a:bodyPr>
          <a:lstStyle/>
          <a:p>
            <a:r>
              <a:rPr lang="ja-JP" altLang="en-US" dirty="0"/>
              <a:t>シンボルマーク・めいじろう </a:t>
            </a:r>
            <a:r>
              <a:rPr lang="en-US" altLang="ja-JP" dirty="0"/>
              <a:t>| </a:t>
            </a:r>
            <a:r>
              <a:rPr lang="ja-JP" altLang="en-US" dirty="0"/>
              <a:t>明治大学 から引用</a:t>
            </a:r>
          </a:p>
          <a:p>
            <a:r>
              <a:rPr lang="en-US" altLang="ja-JP" dirty="0"/>
              <a:t>https://www.meiji.ac.jp/koho/information/symbol/index.html</a:t>
            </a:r>
            <a:endParaRPr lang="ja-JP" altLang="en-US" dirty="0"/>
          </a:p>
        </p:txBody>
      </p:sp>
    </p:spTree>
    <p:extLst>
      <p:ext uri="{BB962C8B-B14F-4D97-AF65-F5344CB8AC3E}">
        <p14:creationId xmlns:p14="http://schemas.microsoft.com/office/powerpoint/2010/main" val="2601672044"/>
      </p:ext>
    </p:extLst>
  </p:cSld>
  <p:clrMapOvr>
    <a:masterClrMapping/>
  </p:clrMapOvr>
  <p:timing>
    <p:tnLst>
      <p:par>
        <p:cTn id="1" dur="indefinite" restart="never" nodeType="tmRoot"/>
      </p:par>
    </p:tnLst>
  </p:timing>
</p:sld>
</file>

<file path=ppt/theme/theme1.xml><?xml version="1.0" encoding="utf-8"?>
<a:theme xmlns:a="http://schemas.openxmlformats.org/drawingml/2006/main" name="ファセット">
  <a:themeElements>
    <a:clrScheme name="紫 II">
      <a:dk1>
        <a:sysClr val="windowText" lastClr="000000"/>
      </a:dk1>
      <a:lt1>
        <a:sysClr val="window" lastClr="FFFFFF"/>
      </a:lt1>
      <a:dk2>
        <a:srgbClr val="632E62"/>
      </a:dk2>
      <a:lt2>
        <a:srgbClr val="EAE5EB"/>
      </a:lt2>
      <a:accent1>
        <a:srgbClr val="92278F"/>
      </a:accent1>
      <a:accent2>
        <a:srgbClr val="9B57D3"/>
      </a:accent2>
      <a:accent3>
        <a:srgbClr val="755DD9"/>
      </a:accent3>
      <a:accent4>
        <a:srgbClr val="665EB8"/>
      </a:accent4>
      <a:accent5>
        <a:srgbClr val="45A5ED"/>
      </a:accent5>
      <a:accent6>
        <a:srgbClr val="5982DB"/>
      </a:accent6>
      <a:hlink>
        <a:srgbClr val="0066FF"/>
      </a:hlink>
      <a:folHlink>
        <a:srgbClr val="666699"/>
      </a:folHlink>
    </a:clrScheme>
    <a:fontScheme name="ファセット">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ファセット">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51</TotalTime>
  <Words>150</Words>
  <Application>Microsoft Office PowerPoint</Application>
  <PresentationFormat>ワイド画面</PresentationFormat>
  <Paragraphs>39</Paragraphs>
  <Slides>6</Slides>
  <Notes>1</Notes>
  <HiddenSlides>0</HiddenSlides>
  <MMClips>0</MMClips>
  <ScaleCrop>false</ScaleCrop>
  <HeadingPairs>
    <vt:vector size="6" baseType="variant">
      <vt:variant>
        <vt:lpstr>使用されているフォント</vt:lpstr>
      </vt:variant>
      <vt:variant>
        <vt:i4>6</vt:i4>
      </vt:variant>
      <vt:variant>
        <vt:lpstr>テーマ</vt:lpstr>
      </vt:variant>
      <vt:variant>
        <vt:i4>1</vt:i4>
      </vt:variant>
      <vt:variant>
        <vt:lpstr>スライド タイトル</vt:lpstr>
      </vt:variant>
      <vt:variant>
        <vt:i4>6</vt:i4>
      </vt:variant>
    </vt:vector>
  </HeadingPairs>
  <TitlesOfParts>
    <vt:vector size="13" baseType="lpstr">
      <vt:lpstr>ＭＳ Ｐゴシック</vt:lpstr>
      <vt:lpstr>メイリオ</vt:lpstr>
      <vt:lpstr>Arial</vt:lpstr>
      <vt:lpstr>Calibri</vt:lpstr>
      <vt:lpstr>Trebuchet MS</vt:lpstr>
      <vt:lpstr>Wingdings 3</vt:lpstr>
      <vt:lpstr>ファセット</vt:lpstr>
      <vt:lpstr>明治大学について</vt:lpstr>
      <vt:lpstr>目次</vt:lpstr>
      <vt:lpstr>明治大学の理念</vt:lpstr>
      <vt:lpstr>データでみる明治大学</vt:lpstr>
      <vt:lpstr>明治大学生田キャンパスへのアクセス</vt:lpstr>
      <vt:lpstr>明治大学公式キャラクター「めいじろう」</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KIKUCHI Takafumi</dc:creator>
  <cp:lastModifiedBy>KIKUCHI Takafumi</cp:lastModifiedBy>
  <cp:revision>12</cp:revision>
  <dcterms:created xsi:type="dcterms:W3CDTF">2020-04-25T00:32:17Z</dcterms:created>
  <dcterms:modified xsi:type="dcterms:W3CDTF">2020-04-25T03:46:08Z</dcterms:modified>
</cp:coreProperties>
</file>