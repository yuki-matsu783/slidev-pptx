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bentConnector2"/>
          <p:cNvCxnSpPr/>
          <p:nvPr/>
        </p:nvCxnSpPr>
        <p:spPr>
          <a:xfrm>
            <a:off x="472751" y="1244082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3" name="bentConnector3"/>
          <p:cNvCxnSpPr/>
          <p:nvPr/>
        </p:nvCxnSpPr>
        <p:spPr>
          <a:xfrm>
            <a:off x="2338873" y="1244082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4" name="bentConnector4"/>
          <p:cNvCxnSpPr/>
          <p:nvPr/>
        </p:nvCxnSpPr>
        <p:spPr>
          <a:xfrm>
            <a:off x="4204996" y="1244082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5" name="bentConnector5"/>
          <p:cNvCxnSpPr/>
          <p:nvPr/>
        </p:nvCxnSpPr>
        <p:spPr>
          <a:xfrm>
            <a:off x="6071118" y="1244082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6" name="curvedConnector2"/>
          <p:cNvCxnSpPr/>
          <p:nvPr/>
        </p:nvCxnSpPr>
        <p:spPr>
          <a:xfrm>
            <a:off x="7937241" y="1244082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7" name="curvedConnector3"/>
          <p:cNvCxnSpPr/>
          <p:nvPr/>
        </p:nvCxnSpPr>
        <p:spPr>
          <a:xfrm>
            <a:off x="9803363" y="1244082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8" name="curvedConnector4"/>
          <p:cNvCxnSpPr/>
          <p:nvPr/>
        </p:nvCxnSpPr>
        <p:spPr>
          <a:xfrm>
            <a:off x="472751" y="3234612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9" name="curvedConnector5"/>
          <p:cNvCxnSpPr/>
          <p:nvPr/>
        </p:nvCxnSpPr>
        <p:spPr>
          <a:xfrm>
            <a:off x="2338873" y="3234612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10" name="straightConnector1"/>
          <p:cNvCxnSpPr/>
          <p:nvPr/>
        </p:nvCxnSpPr>
        <p:spPr>
          <a:xfrm>
            <a:off x="4204996" y="3234612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cxnSp>
        <p:nvCxnSpPr>
          <p:cNvPr id="11" name="line"/>
          <p:cNvCxnSpPr/>
          <p:nvPr/>
        </p:nvCxnSpPr>
        <p:spPr>
          <a:xfrm>
            <a:off x="6071118" y="3234612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cxnSp>
      <p:cxnSp>
        <p:nvCxnSpPr>
          <p:cNvPr id="12" name="lineInv"/>
          <p:cNvCxnSpPr/>
          <p:nvPr/>
        </p:nvCxnSpPr>
        <p:spPr>
          <a:xfrm>
            <a:off x="7937241" y="3234612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2026-09-14T05:24:46Z</dcterms:created>
  <dcterms:modified xsi:type="dcterms:W3CDTF">2026-09-14T05:24:46Z</dcterms:modified>
</cp:coreProperties>
</file>