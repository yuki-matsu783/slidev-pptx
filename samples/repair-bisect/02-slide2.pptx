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sp>
        <p:nvSpPr>
          <p:cNvPr id="43" name="curvedConnector2"/>
          <p:cNvSpPr/>
          <p:nvPr/>
        </p:nv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sp>
        <p:nvSpPr>
          <p:cNvPr id="45" name="curvedConnector3"/>
          <p:cNvSpPr/>
          <p:nvPr/>
        </p:nv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sp>
        <p:nvSpPr>
          <p:cNvPr id="47" name="curvedConnector4"/>
          <p:cNvSpPr/>
          <p:nvPr/>
        </p:nv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sp>
        <p:nvSpPr>
          <p:cNvPr id="49" name="curvedConnector5"/>
          <p:cNvSpPr/>
          <p:nvPr/>
        </p:nv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2026-09-14T05:13:26Z</dcterms:created>
  <dcterms:modified xsi:type="dcterms:W3CDTF">2026-09-14T05:13:26Z</dcterms:modified>
</cp:coreProperties>
</file>