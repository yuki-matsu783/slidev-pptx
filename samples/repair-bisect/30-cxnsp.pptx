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cxnSp>
        <p:nvCxnSpPr>
          <p:cNvPr id="27" name="line"/>
          <p:cNvCxnSpPr/>
          <p:nvPr/>
        </p:nvCxn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cxn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cxnSp>
        <p:nvCxnSpPr>
          <p:cNvPr id="29" name="lineInv"/>
          <p:cNvCxnSpPr/>
          <p:nvPr/>
        </p:nvCxn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cxnSp>
      <p:cxnSp>
        <p:nvCxnSpPr>
          <p:cNvPr id="13" name="edge-line-bogus"/>
          <p:cNvCxnSpPr/>
          <p:nvPr/>
        </p:nvCxn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cxn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2026-09-14T05:24:45Z</dcterms:created>
  <dcterms:modified xsi:type="dcterms:W3CDTF">2026-09-14T05:24:45Z</dcterms:modified>
</cp:coreProperties>
</file>