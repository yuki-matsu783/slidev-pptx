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831771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9360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632718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5399314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5399314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096000" y="497633"/>
            <a:ext cx="5399314" cy="58720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j-roundRect"/>
          <p:cNvSpPr/>
          <p:nvPr/>
        </p:nvSpPr>
        <p:spPr>
          <a:xfrm>
            <a:off x="373224" y="995265"/>
            <a:ext cx="1492898" cy="746449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受入テスト用デッキ（PowerPoint の図形 187 種）</dc:title>
  <dc:subject>PptxGenJS Presentation</dc:subject>
  <dc:creator>PptxGenJS</dc:creator>
  <cp:lastModifiedBy>PptxGenJS</cp:lastModifiedBy>
  <cp:revision>1</cp:revision>
  <dcterms:created xsi:type="dcterms:W3CDTF">2026-09-14T05:13:30Z</dcterms:created>
  <dcterms:modified xsi:type="dcterms:W3CDTF">2026-09-14T05:13:30Z</dcterms:modified>
</cp:coreProperties>
</file>