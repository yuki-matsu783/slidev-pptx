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sp>
        <p:nvSpPr>
          <p:cNvPr id="43" name="bentConnector2"/>
          <p:cNvSpPr/>
          <p:nvPr/>
        </p:nvSpPr>
        <p:spPr>
          <a:xfrm>
            <a:off x="10624457" y="3981061"/>
            <a:ext cx="1244082" cy="895739"/>
          </a:xfrm>
          <a:prstGeom prst="bentConnector2">
            <a:avLst/>
          </a:prstGeom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sp>
        <p:nvSpPr>
          <p:cNvPr id="45" name="bentConnector3"/>
          <p:cNvSpPr/>
          <p:nvPr/>
        </p:nvSpPr>
        <p:spPr>
          <a:xfrm>
            <a:off x="472751" y="5424196"/>
            <a:ext cx="1244082" cy="895739"/>
          </a:xfrm>
          <a:prstGeom prst="bentConnector3">
            <a:avLst/>
          </a:prstGeom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sp>
        <p:nvSpPr>
          <p:cNvPr id="47" name="bentConnector4"/>
          <p:cNvSpPr/>
          <p:nvPr/>
        </p:nvSpPr>
        <p:spPr>
          <a:xfrm>
            <a:off x="2164702" y="5424196"/>
            <a:ext cx="1244082" cy="895739"/>
          </a:xfrm>
          <a:prstGeom prst="bentConnector4">
            <a:avLst/>
          </a:prstGeom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sp>
        <p:nvSpPr>
          <p:cNvPr id="49" name="bentConnector5"/>
          <p:cNvSpPr/>
          <p:nvPr/>
        </p:nvSpPr>
        <p:spPr>
          <a:xfrm>
            <a:off x="3856653" y="5424196"/>
            <a:ext cx="1244082" cy="895739"/>
          </a:xfrm>
          <a:prstGeom prst="bentConnector5">
            <a:avLst/>
          </a:prstGeom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sp>
        <p:nvSpPr>
          <p:cNvPr id="43" name="curvedConnector2"/>
          <p:cNvSpPr/>
          <p:nvPr/>
        </p:nvSpPr>
        <p:spPr>
          <a:xfrm>
            <a:off x="10624457" y="3981061"/>
            <a:ext cx="1244082" cy="895739"/>
          </a:xfrm>
          <a:prstGeom prst="curvedConnector2">
            <a:avLst/>
          </a:prstGeom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sp>
        <p:nvSpPr>
          <p:cNvPr id="45" name="curvedConnector3"/>
          <p:cNvSpPr/>
          <p:nvPr/>
        </p:nvSpPr>
        <p:spPr>
          <a:xfrm>
            <a:off x="472751" y="5424196"/>
            <a:ext cx="1244082" cy="895739"/>
          </a:xfrm>
          <a:prstGeom prst="curvedConnector3">
            <a:avLst/>
          </a:prstGeom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sp>
        <p:nvSpPr>
          <p:cNvPr id="47" name="curvedConnector4"/>
          <p:cNvSpPr/>
          <p:nvPr/>
        </p:nvSpPr>
        <p:spPr>
          <a:xfrm>
            <a:off x="2164702" y="5424196"/>
            <a:ext cx="1244082" cy="895739"/>
          </a:xfrm>
          <a:prstGeom prst="curvedConnector4">
            <a:avLst/>
          </a:prstGeom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sp>
        <p:nvSpPr>
          <p:cNvPr id="49" name="curvedConnector5"/>
          <p:cNvSpPr/>
          <p:nvPr/>
        </p:nvSpPr>
        <p:spPr>
          <a:xfrm>
            <a:off x="3856653" y="5424196"/>
            <a:ext cx="1244082" cy="895739"/>
          </a:xfrm>
          <a:prstGeom prst="curvedConnector5">
            <a:avLst/>
          </a:prstGeom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sp>
        <p:nvSpPr>
          <p:cNvPr id="27" name="line"/>
          <p:cNvSpPr/>
          <p:nvPr/>
        </p:nvSpPr>
        <p:spPr>
          <a:xfrm>
            <a:off x="8932506" y="2537927"/>
            <a:ext cx="1244082" cy="895739"/>
          </a:xfrm>
          <a:prstGeom prst="line">
            <a:avLst/>
          </a:prstGeom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sp>
        <p:nvSpPr>
          <p:cNvPr id="29" name="lineInv"/>
          <p:cNvSpPr/>
          <p:nvPr/>
        </p:nvSpPr>
        <p:spPr>
          <a:xfrm>
            <a:off x="10624457" y="2537927"/>
            <a:ext cx="1244082" cy="895739"/>
          </a:xfrm>
          <a:prstGeom prst="lineInv">
            <a:avLst/>
          </a:prstGeom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sp>
        <p:nvSpPr>
          <p:cNvPr id="21" name="straightConnector1"/>
          <p:cNvSpPr/>
          <p:nvPr/>
        </p:nvSpPr>
        <p:spPr>
          <a:xfrm>
            <a:off x="3856653" y="2537927"/>
            <a:ext cx="1244082" cy="895739"/>
          </a:xfrm>
          <a:prstGeom prst="straightConnector1">
            <a:avLst/>
          </a:prstGeom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sp>
        <p:nvSpPr>
          <p:cNvPr id="12" name="conn-bent3"/>
          <p:cNvSpPr/>
          <p:nvPr/>
        </p:nvSpPr>
        <p:spPr>
          <a:xfrm>
            <a:off x="373224" y="2488163"/>
            <a:ext cx="2488163" cy="1244082"/>
          </a:xfrm>
          <a:prstGeom prst="bentConnector3">
            <a:avLst/>
          </a:prstGeom>
          <a:ln w="25400">
            <a:solidFill>
              <a:srgbClr val="7C3AED"/>
            </a:solidFill>
            <a:prstDash val="solid"/>
            <a:headEnd type="oval"/>
            <a:tailEnd type="triangle"/>
          </a:ln>
        </p:spPr>
      </p:sp>
      <p:sp>
        <p:nvSpPr>
          <p:cNvPr id="13" name="conn-curved3"/>
          <p:cNvSpPr/>
          <p:nvPr/>
        </p:nvSpPr>
        <p:spPr>
          <a:xfrm flipV="1">
            <a:off x="3234612" y="2488163"/>
            <a:ext cx="2488163" cy="1244082"/>
          </a:xfrm>
          <a:prstGeom prst="curvedConnector3">
            <a:avLst/>
          </a:prstGeom>
          <a:ln w="25400">
            <a:solidFill>
              <a:srgbClr val="7C3AED"/>
            </a:solidFill>
            <a:prstDash val="solid"/>
            <a:tailEnd type="arrow"/>
          </a:ln>
        </p:spPr>
      </p:sp>
      <p:sp>
        <p:nvSpPr>
          <p:cNvPr id="14" name="conn-straight1"/>
          <p:cNvSpPr/>
          <p:nvPr/>
        </p:nvSpPr>
        <p:spPr>
          <a:xfrm>
            <a:off x="6096000" y="2488163"/>
            <a:ext cx="1990531" cy="1244082"/>
          </a:xfrm>
          <a:prstGeom prst="straightConnector1">
            <a:avLst/>
          </a:prstGeom>
          <a:ln w="12700">
            <a:solidFill>
              <a:srgbClr val="7C3AED"/>
            </a:solidFill>
            <a:prstDash val="solid"/>
            <a:headEnd type="diamond"/>
            <a:tailEnd type="arrow"/>
          </a:ln>
        </p:spPr>
      </p: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sp>
        <p:nvSpPr>
          <p:cNvPr id="12" name="edge-bogus"/>
          <p:cNvSpPr/>
          <p:nvPr/>
        </p:nvSpPr>
        <p:spPr>
          <a:xfrm>
            <a:off x="9206204" y="2985796"/>
            <a:ext cx="2239347" cy="995265"/>
          </a:xfrm>
          <a:prstGeom prst="bentConnector3">
            <a:avLst/>
          </a:prstGeom>
          <a:ln w="25400">
            <a:solidFill>
              <a:srgbClr val="7C3AED"/>
            </a:solidFill>
            <a:prstDash val="solid"/>
            <a:headEnd type="oval"/>
            <a:tailEnd type="arrow"/>
          </a:ln>
        </p:spPr>
      </p:sp>
      <p:sp>
        <p:nvSpPr>
          <p:cNvPr id="13" name="edge-line-bogus"/>
          <p:cNvSpPr/>
          <p:nvPr/>
        </p:nvSpPr>
        <p:spPr>
          <a:xfrm>
            <a:off x="373224" y="4727510"/>
            <a:ext cx="3732245" cy="497633"/>
          </a:xfrm>
          <a:prstGeom prst="line">
            <a:avLst/>
          </a:prstGeom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</p: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2026-09-14T05:44:29Z</dcterms:created>
  <dcterms:modified xsi:type="dcterms:W3CDTF">2026-09-14T05:44:29Z</dcterms:modified>
</cp:coreProperties>
</file>