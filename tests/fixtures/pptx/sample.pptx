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行目
2 行目
3 行目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4944" y="493776"/>
            <a:ext cx="10799064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4944" y="1197864"/>
            <a:ext cx="10799064" cy="517550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sli.dev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4944" y="493776"/>
            <a:ext cx="107990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見出し</a:t>
            </a:r>
            <a:endParaRPr lang="en-US" dirty="0"/>
          </a:p>
        </p:txBody>
      </p:sp>
      <p:sp>
        <p:nvSpPr>
          <p:cNvPr id="3" name="free-text"/>
          <p:cNvSpPr/>
          <p:nvPr/>
        </p:nvSpPr>
        <p:spPr>
          <a:xfrm>
            <a:off x="914400" y="27432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ja-JP" altLang="en-US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太字</a:t>
            </a:r>
            <a:pPr indent="0" marL="0">
              <a:buNone/>
            </a:pPr>
            <a:r>
              <a:rPr lang="ja-JP" altLang="en-US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と</a:t>
            </a:r>
            <a:pPr indent="0" marL="0">
              <a:buNone/>
            </a:pPr>
            <a:r>
              <a:rPr lang="ja-JP" altLang="en-US" u="sng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リンク</a:t>
            </a:r>
            <a:endParaRPr lang="ja-JP" dirty="0"/>
          </a:p>
          <a:p>
            <a:pPr marL="342900" indent="-342900">
              <a:buSzPct val="100000"/>
              <a:buChar char="•"/>
            </a:pPr>
            <a:r>
              <a:rPr lang="ja-JP" altLang="en-US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段落目</a:t>
            </a:r>
            <a:endParaRPr lang="ja-JP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45720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名前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用途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通常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1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743200"/>
            <a:ext cx="914400" cy="91440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1" type="body" hasCustomPrompt="1"/>
          </p:nvPr>
        </p:nvSpPr>
        <p:spPr>
          <a:xfrm>
            <a:off x="694944" y="1197864"/>
            <a:ext cx="10799064" cy="517550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自由配置だけ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3657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94944" y="493776"/>
            <a:ext cx="10799064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94944" y="1197864"/>
            <a:ext cx="10799064" cy="5175504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2026-09-13T10:30:33Z</dcterms:created>
  <dcterms:modified xsi:type="dcterms:W3CDTF">2026-09-13T10:30:33Z</dcterms:modified>
</cp:coreProperties>
</file>